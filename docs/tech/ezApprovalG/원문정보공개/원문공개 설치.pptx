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91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28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03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68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81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0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5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62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28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50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5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F8471-FEF3-4FA5-8A8B-C2300F142E6B}" type="datetimeFigureOut">
              <a:rPr lang="ko-KR" altLang="en-US" smtClean="0"/>
              <a:t>2021-03-29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DAE98-C40F-4047-BCB9-572F4F2BC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78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mocha@10.0.102.8:git/opengovm.git" TargetMode="External"/><Relationship Id="rId2" Type="http://schemas.openxmlformats.org/officeDocument/2006/relationships/hyperlink" Target="mailto:jmocha@10.0.102.8:git/openGov.gi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원문공개</a:t>
            </a:r>
            <a:r>
              <a:rPr lang="ko-KR" altLang="en-US" dirty="0"/>
              <a:t> 설치</a:t>
            </a:r>
          </a:p>
        </p:txBody>
      </p:sp>
    </p:spTree>
    <p:extLst>
      <p:ext uri="{BB962C8B-B14F-4D97-AF65-F5344CB8AC3E}">
        <p14:creationId xmlns:p14="http://schemas.microsoft.com/office/powerpoint/2010/main" val="293311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2BA34-6587-48EA-BD7C-9228814055E8}"/>
              </a:ext>
            </a:extLst>
          </p:cNvPr>
          <p:cNvSpPr txBox="1"/>
          <p:nvPr/>
        </p:nvSpPr>
        <p:spPr>
          <a:xfrm>
            <a:off x="896752" y="627570"/>
            <a:ext cx="107609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GIT</a:t>
            </a:r>
            <a:r>
              <a:rPr lang="ko-KR" altLang="en-US" dirty="0"/>
              <a:t> 저장소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en-US" altLang="ko-KR" dirty="0" err="1"/>
              <a:t>gradle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:  </a:t>
            </a:r>
            <a:r>
              <a:rPr lang="en-US" altLang="ko-KR" sz="1800" dirty="0">
                <a:solidFill>
                  <a:prstClr val="black"/>
                </a:solidFill>
                <a:latin typeface="Lucida Console" panose="020B0609040504020204" pitchFamily="49" charset="0"/>
                <a:hlinkClick r:id="rId2"/>
              </a:rPr>
              <a:t>jmocha@10.0.102.8:git/</a:t>
            </a:r>
            <a:r>
              <a:rPr lang="en-US" altLang="ko-KR" sz="1800" dirty="0" err="1">
                <a:solidFill>
                  <a:prstClr val="black"/>
                </a:solidFill>
                <a:latin typeface="Lucida Console" panose="020B0609040504020204" pitchFamily="49" charset="0"/>
                <a:hlinkClick r:id="rId2"/>
              </a:rPr>
              <a:t>openGov.git</a:t>
            </a:r>
            <a:endParaRPr lang="en-US" altLang="ko-K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altLang="ko-KR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gradle</a:t>
            </a:r>
            <a:r>
              <a:rPr lang="ko-KR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build</a:t>
            </a:r>
            <a:r>
              <a:rPr lang="ko-KR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 명령어를 통해 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jar </a:t>
            </a:r>
            <a:r>
              <a:rPr lang="ko-KR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파일을 생성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- maven</a:t>
            </a:r>
            <a:r>
              <a:rPr lang="ko-KR" altLang="en-US" dirty="0"/>
              <a:t> 버전</a:t>
            </a:r>
            <a:r>
              <a:rPr lang="en-US" altLang="ko-KR" dirty="0"/>
              <a:t>: </a:t>
            </a:r>
            <a:r>
              <a:rPr lang="en-US" altLang="ko-KR" sz="1800" dirty="0">
                <a:solidFill>
                  <a:prstClr val="black"/>
                </a:solidFill>
                <a:latin typeface="Lucida Console" panose="020B0609040504020204" pitchFamily="49" charset="0"/>
                <a:hlinkClick r:id="rId3"/>
              </a:rPr>
              <a:t>jmocha@10.0.102.8:git/</a:t>
            </a:r>
            <a:r>
              <a:rPr lang="en-US" altLang="ko-KR" sz="1800" dirty="0" err="1">
                <a:solidFill>
                  <a:prstClr val="black"/>
                </a:solidFill>
                <a:latin typeface="Lucida Console" panose="020B0609040504020204" pitchFamily="49" charset="0"/>
                <a:hlinkClick r:id="rId3"/>
              </a:rPr>
              <a:t>opengovm.git</a:t>
            </a:r>
            <a:endParaRPr lang="en-US" altLang="ko-K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altLang="ko-KR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mvn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 package </a:t>
            </a:r>
            <a:r>
              <a:rPr lang="ko-KR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명령어를 통해 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jar </a:t>
            </a:r>
            <a:r>
              <a:rPr lang="ko-KR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파일을 생성</a:t>
            </a:r>
            <a:r>
              <a:rPr lang="en-US" altLang="ko-KR" dirty="0">
                <a:solidFill>
                  <a:prstClr val="black"/>
                </a:solidFill>
                <a:latin typeface="Lucida Console" panose="020B0609040504020204" pitchFamily="49" charset="0"/>
              </a:rPr>
              <a:t>.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452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5190" y="579863"/>
            <a:ext cx="10760927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GPKI </a:t>
            </a:r>
            <a:r>
              <a:rPr lang="ko-KR" altLang="en-US" dirty="0"/>
              <a:t>설치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- GPKI</a:t>
            </a:r>
            <a:r>
              <a:rPr lang="ko-KR" altLang="en-US" dirty="0"/>
              <a:t> 표준 </a:t>
            </a:r>
            <a:r>
              <a:rPr lang="en-US" altLang="ko-KR" dirty="0" err="1"/>
              <a:t>api</a:t>
            </a:r>
            <a:r>
              <a:rPr lang="ko-KR" altLang="en-US" dirty="0"/>
              <a:t>를 발급받아 설치한다</a:t>
            </a:r>
            <a:r>
              <a:rPr lang="en-US" altLang="ko-KR" dirty="0"/>
              <a:t>. (</a:t>
            </a:r>
            <a:r>
              <a:rPr lang="ko-KR" altLang="en-US" dirty="0"/>
              <a:t>설치가이드는 인터넷에서 다운받아 사용한다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 (</a:t>
            </a:r>
            <a:r>
              <a:rPr lang="en-US" altLang="ko-KR" dirty="0" err="1"/>
              <a:t>gpkisecureweb</a:t>
            </a:r>
            <a:r>
              <a:rPr lang="en-US" altLang="ko-KR" dirty="0"/>
              <a:t> </a:t>
            </a:r>
            <a:r>
              <a:rPr lang="ko-KR" altLang="en-US" dirty="0"/>
              <a:t>은 불필요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기존의 </a:t>
            </a:r>
            <a:r>
              <a:rPr lang="ko-KR" altLang="en-US" dirty="0" err="1"/>
              <a:t>원문공개를</a:t>
            </a:r>
            <a:r>
              <a:rPr lang="ko-KR" altLang="en-US" dirty="0"/>
              <a:t> 사용하고있지 않았다면</a:t>
            </a:r>
            <a:r>
              <a:rPr lang="en-US" altLang="ko-KR" dirty="0"/>
              <a:t> </a:t>
            </a:r>
            <a:r>
              <a:rPr lang="en-US" altLang="ko-KR" dirty="0" err="1"/>
              <a:t>api</a:t>
            </a:r>
            <a:r>
              <a:rPr lang="ko-KR" altLang="en-US" dirty="0"/>
              <a:t>의 </a:t>
            </a:r>
            <a:r>
              <a:rPr lang="en-US" altLang="ko-KR" dirty="0"/>
              <a:t>license </a:t>
            </a:r>
            <a:r>
              <a:rPr lang="ko-KR" altLang="en-US" dirty="0"/>
              <a:t>와 별개로 인증서</a:t>
            </a:r>
            <a:r>
              <a:rPr lang="en-US" altLang="ko-KR" dirty="0"/>
              <a:t>(.</a:t>
            </a:r>
            <a:r>
              <a:rPr lang="en-US" altLang="ko-KR" dirty="0" err="1"/>
              <a:t>cer</a:t>
            </a:r>
            <a:r>
              <a:rPr lang="en-US" altLang="ko-KR" dirty="0"/>
              <a:t> , .key)</a:t>
            </a:r>
            <a:r>
              <a:rPr lang="ko-KR" altLang="en-US" dirty="0"/>
              <a:t>를 발급받아야 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설치 후 </a:t>
            </a:r>
            <a:r>
              <a:rPr lang="en-US" altLang="ko-KR" dirty="0"/>
              <a:t>java Main</a:t>
            </a:r>
            <a:r>
              <a:rPr lang="ko-KR" altLang="en-US" dirty="0"/>
              <a:t>을 통해 </a:t>
            </a:r>
            <a:endParaRPr lang="en-US" altLang="ko-KR" dirty="0"/>
          </a:p>
          <a:p>
            <a:r>
              <a:rPr lang="ko-KR" altLang="en-US" dirty="0"/>
              <a:t>    구동 테스트를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(</a:t>
            </a:r>
            <a:r>
              <a:rPr lang="ko-KR" altLang="en-US" dirty="0"/>
              <a:t>설치는 설치 매뉴얼 참조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en-US" altLang="ko-KR" dirty="0" err="1"/>
              <a:t>gpki</a:t>
            </a:r>
            <a:r>
              <a:rPr lang="ko-KR" altLang="en-US" dirty="0"/>
              <a:t>의 </a:t>
            </a:r>
            <a:r>
              <a:rPr lang="ko-KR" altLang="en-US" dirty="0" err="1"/>
              <a:t>버전정보가</a:t>
            </a:r>
            <a:r>
              <a:rPr lang="ko-KR" altLang="en-US" dirty="0"/>
              <a:t> 확인되면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에러의 개수와 관계없이 </a:t>
            </a:r>
            <a:r>
              <a:rPr lang="en-US" altLang="ko-KR" dirty="0" err="1"/>
              <a:t>gpki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설치가 정상적으로 완료된 </a:t>
            </a:r>
            <a:endParaRPr lang="en-US" altLang="ko-KR" dirty="0"/>
          </a:p>
          <a:p>
            <a:r>
              <a:rPr lang="ko-KR" altLang="en-US" dirty="0"/>
              <a:t> 것이다</a:t>
            </a:r>
            <a:r>
              <a:rPr lang="en-US" altLang="ko-KR" dirty="0"/>
              <a:t>. (</a:t>
            </a:r>
            <a:r>
              <a:rPr lang="ko-KR" altLang="en-US" dirty="0"/>
              <a:t>왼쪽의 화면 참조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폐쇄망일</a:t>
            </a:r>
            <a:r>
              <a:rPr lang="ko-KR" altLang="en-US" dirty="0"/>
              <a:t> 경우 포트를 연다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</a:t>
            </a:r>
            <a:r>
              <a:rPr lang="ko-KR" altLang="en-US" dirty="0" err="1"/>
              <a:t>외부망</a:t>
            </a:r>
            <a:r>
              <a:rPr lang="ko-KR" altLang="en-US" dirty="0"/>
              <a:t> </a:t>
            </a:r>
            <a:r>
              <a:rPr lang="en-US" altLang="ko-KR" dirty="0"/>
              <a:t>: 152.99.57.127:389 </a:t>
            </a:r>
          </a:p>
          <a:p>
            <a:r>
              <a:rPr lang="ko-KR" altLang="en-US" dirty="0"/>
              <a:t>    행정망 </a:t>
            </a:r>
            <a:r>
              <a:rPr lang="en-US" altLang="ko-KR" dirty="0"/>
              <a:t>: 02-818-3000 -&gt; 2 -&gt; 2 </a:t>
            </a:r>
            <a:r>
              <a:rPr lang="ko-KR" altLang="en-US" dirty="0"/>
              <a:t>로 전화연결해서 확인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753" y="2430392"/>
            <a:ext cx="62579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5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5190" y="579863"/>
            <a:ext cx="107609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en-US" altLang="ko-KR" dirty="0" err="1"/>
              <a:t>Esb</a:t>
            </a:r>
            <a:r>
              <a:rPr lang="en-US" altLang="ko-KR" dirty="0"/>
              <a:t> agent </a:t>
            </a:r>
            <a:r>
              <a:rPr lang="ko-KR" altLang="en-US" dirty="0"/>
              <a:t>설치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행정정보공동이용센터에</a:t>
            </a:r>
            <a:r>
              <a:rPr lang="ko-KR" altLang="en-US" dirty="0"/>
              <a:t> </a:t>
            </a:r>
            <a:r>
              <a:rPr lang="en-US" altLang="ko-KR" dirty="0" err="1"/>
              <a:t>esb</a:t>
            </a:r>
            <a:r>
              <a:rPr lang="en-US" altLang="ko-KR" dirty="0"/>
              <a:t> agent </a:t>
            </a:r>
            <a:r>
              <a:rPr lang="ko-KR" altLang="en-US" dirty="0"/>
              <a:t>설치파일을 요청한다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가이드대로</a:t>
            </a:r>
            <a:r>
              <a:rPr lang="ko-KR" altLang="en-US" dirty="0"/>
              <a:t> 에이전트를 설치한다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(</a:t>
            </a:r>
            <a:r>
              <a:rPr lang="ko-KR" altLang="en-US" dirty="0"/>
              <a:t>외부망일경우 </a:t>
            </a:r>
            <a:r>
              <a:rPr lang="ko-KR" altLang="en-US" dirty="0" err="1"/>
              <a:t>행정정보공동이용센터에</a:t>
            </a:r>
            <a:r>
              <a:rPr lang="ko-KR" altLang="en-US" dirty="0"/>
              <a:t> 연락하여 포트를 확인</a:t>
            </a:r>
            <a:r>
              <a:rPr lang="en-US" altLang="ko-KR" dirty="0"/>
              <a:t> </a:t>
            </a:r>
            <a:r>
              <a:rPr lang="ko-KR" altLang="en-US" dirty="0"/>
              <a:t>후 공문으로 </a:t>
            </a:r>
            <a:r>
              <a:rPr lang="ko-KR" altLang="en-US" dirty="0" err="1"/>
              <a:t>포트오픈</a:t>
            </a:r>
            <a:r>
              <a:rPr lang="ko-KR" altLang="en-US" dirty="0"/>
              <a:t> 요청을 한다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   ( </a:t>
            </a:r>
            <a:r>
              <a:rPr lang="ko-KR" altLang="en-US" dirty="0" err="1"/>
              <a:t>포트오픈은</a:t>
            </a:r>
            <a:r>
              <a:rPr lang="ko-KR" altLang="en-US" dirty="0"/>
              <a:t> 신청 후 공문 </a:t>
            </a:r>
            <a:r>
              <a:rPr lang="ko-KR" altLang="en-US" dirty="0" err="1"/>
              <a:t>발송후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주 이상 소요됨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 err="1"/>
              <a:t>포트오픈이</a:t>
            </a:r>
            <a:r>
              <a:rPr lang="ko-KR" altLang="en-US" dirty="0"/>
              <a:t> 되면 </a:t>
            </a:r>
            <a:r>
              <a:rPr lang="ko-KR" altLang="en-US" dirty="0" err="1"/>
              <a:t>행정정보공동이용센터</a:t>
            </a:r>
            <a:r>
              <a:rPr lang="ko-KR" altLang="en-US" dirty="0"/>
              <a:t> 담당자와 통화를 하면서 작업을 해야한다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	</a:t>
            </a:r>
            <a:r>
              <a:rPr lang="ko-KR" altLang="en-US" dirty="0"/>
              <a:t>이기태 수석 </a:t>
            </a:r>
            <a:r>
              <a:rPr lang="en-US" altLang="ko-KR" dirty="0"/>
              <a:t>(</a:t>
            </a:r>
            <a:r>
              <a:rPr lang="ko-KR" altLang="en-US" dirty="0" err="1"/>
              <a:t>행공사업단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070-5153-9509 </a:t>
            </a:r>
            <a:r>
              <a:rPr lang="ko-KR" altLang="en-US" dirty="0"/>
              <a:t>로 연락하면 </a:t>
            </a:r>
            <a:r>
              <a:rPr lang="en-US" altLang="ko-KR" dirty="0" err="1"/>
              <a:t>esb</a:t>
            </a:r>
            <a:r>
              <a:rPr lang="en-US" altLang="ko-KR" dirty="0"/>
              <a:t> agent</a:t>
            </a:r>
            <a:r>
              <a:rPr lang="ko-KR" altLang="en-US" dirty="0"/>
              <a:t>에 대한 지원을 받을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(</a:t>
            </a:r>
            <a:r>
              <a:rPr lang="ko-KR" altLang="en-US" dirty="0"/>
              <a:t>이 후로 진행을 하지 않아서 직접 통화하며 해야함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3736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5190" y="579863"/>
            <a:ext cx="107609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소스</a:t>
            </a:r>
            <a:endParaRPr lang="en-US" altLang="ko-KR" dirty="0"/>
          </a:p>
          <a:p>
            <a:r>
              <a:rPr lang="en-US" altLang="ko-KR" dirty="0"/>
              <a:t> -  </a:t>
            </a:r>
            <a:r>
              <a:rPr lang="ko-KR" altLang="en-US" dirty="0"/>
              <a:t>그룹웨어의 </a:t>
            </a:r>
            <a:r>
              <a:rPr lang="en-US" altLang="ko-KR" dirty="0"/>
              <a:t>OpenGovController.java </a:t>
            </a:r>
            <a:r>
              <a:rPr lang="ko-KR" altLang="en-US" dirty="0"/>
              <a:t>에 </a:t>
            </a:r>
            <a:r>
              <a:rPr lang="ko-KR" altLang="en-US" dirty="0" err="1"/>
              <a:t>원문요청시</a:t>
            </a:r>
            <a:r>
              <a:rPr lang="ko-KR" altLang="en-US" dirty="0"/>
              <a:t> 응답하는 </a:t>
            </a:r>
            <a:r>
              <a:rPr lang="en-US" altLang="ko-KR" dirty="0"/>
              <a:t>.do</a:t>
            </a:r>
            <a:r>
              <a:rPr lang="ko-KR" altLang="en-US" dirty="0"/>
              <a:t>가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ko-KR" altLang="en-US" dirty="0" err="1"/>
              <a:t>원문요청</a:t>
            </a:r>
            <a:r>
              <a:rPr lang="ko-KR" altLang="en-US" dirty="0"/>
              <a:t> </a:t>
            </a:r>
            <a:r>
              <a:rPr lang="ko-KR" altLang="en-US" dirty="0" err="1"/>
              <a:t>웹서비스</a:t>
            </a:r>
            <a:endParaRPr lang="en-US" altLang="ko-KR" dirty="0"/>
          </a:p>
          <a:p>
            <a:r>
              <a:rPr lang="en-US" altLang="ko-KR" dirty="0"/>
              <a:t>   * 10.0.102.8 </a:t>
            </a:r>
            <a:r>
              <a:rPr lang="ko-KR" altLang="en-US" dirty="0"/>
              <a:t>의 </a:t>
            </a:r>
            <a:r>
              <a:rPr lang="en-US" altLang="ko-KR" dirty="0"/>
              <a:t>/home/</a:t>
            </a:r>
            <a:r>
              <a:rPr lang="en-US" altLang="ko-KR" dirty="0" err="1"/>
              <a:t>jmocha</a:t>
            </a:r>
            <a:r>
              <a:rPr lang="en-US" altLang="ko-KR" dirty="0"/>
              <a:t>/</a:t>
            </a:r>
            <a:r>
              <a:rPr lang="en-US" altLang="ko-KR" dirty="0" err="1"/>
              <a:t>opengovapi</a:t>
            </a:r>
            <a:endParaRPr lang="en-US" altLang="ko-KR" dirty="0"/>
          </a:p>
          <a:p>
            <a:r>
              <a:rPr lang="en-US" altLang="ko-KR" dirty="0"/>
              <a:t>   * </a:t>
            </a:r>
            <a:r>
              <a:rPr lang="ko-KR" altLang="en-US" dirty="0"/>
              <a:t>웹서비스모듈이 설치 될 곳은 </a:t>
            </a:r>
            <a:r>
              <a:rPr lang="en-US" altLang="ko-KR" dirty="0" err="1"/>
              <a:t>gpki</a:t>
            </a:r>
            <a:r>
              <a:rPr lang="ko-KR" altLang="en-US" dirty="0"/>
              <a:t>가 </a:t>
            </a:r>
            <a:r>
              <a:rPr lang="ko-KR" altLang="en-US" dirty="0" err="1"/>
              <a:t>설치되어있어야한다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* </a:t>
            </a:r>
            <a:r>
              <a:rPr lang="ko-KR" altLang="en-US" dirty="0" err="1"/>
              <a:t>웹서비스</a:t>
            </a:r>
            <a:r>
              <a:rPr lang="ko-KR" altLang="en-US" dirty="0"/>
              <a:t> 소스의 </a:t>
            </a:r>
            <a:r>
              <a:rPr lang="en-US" altLang="ko-KR" dirty="0" err="1"/>
              <a:t>config.properties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ko-KR" altLang="en-US" dirty="0" err="1"/>
              <a:t>회사코드와</a:t>
            </a:r>
            <a:r>
              <a:rPr lang="ko-KR" altLang="en-US" dirty="0"/>
              <a:t> 그룹웨어 </a:t>
            </a:r>
            <a:r>
              <a:rPr lang="ko-KR" altLang="en-US" dirty="0" err="1"/>
              <a:t>원문요청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을 설정한다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69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5190" y="579863"/>
            <a:ext cx="107609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CSV </a:t>
            </a:r>
            <a:r>
              <a:rPr lang="ko-KR" altLang="en-US" dirty="0"/>
              <a:t>파일</a:t>
            </a:r>
            <a:endParaRPr lang="en-US" altLang="ko-KR" dirty="0"/>
          </a:p>
          <a:p>
            <a:r>
              <a:rPr lang="en-US" altLang="ko-KR" dirty="0"/>
              <a:t> -  CSV </a:t>
            </a:r>
            <a:r>
              <a:rPr lang="ko-KR" altLang="en-US" dirty="0"/>
              <a:t>파일은 매일 </a:t>
            </a:r>
            <a:r>
              <a:rPr lang="en-US" altLang="ko-KR" dirty="0"/>
              <a:t>00</a:t>
            </a:r>
            <a:r>
              <a:rPr lang="ko-KR" altLang="en-US" dirty="0"/>
              <a:t>시 </a:t>
            </a:r>
            <a:r>
              <a:rPr lang="en-US" altLang="ko-KR" dirty="0"/>
              <a:t>5</a:t>
            </a:r>
            <a:r>
              <a:rPr lang="ko-KR" altLang="en-US" dirty="0"/>
              <a:t>분에 생성된다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 </a:t>
            </a:r>
            <a:r>
              <a:rPr lang="en-US" altLang="ko-KR" dirty="0"/>
              <a:t>CSV </a:t>
            </a:r>
            <a:r>
              <a:rPr lang="ko-KR" altLang="en-US" dirty="0"/>
              <a:t>경로 </a:t>
            </a:r>
            <a:r>
              <a:rPr lang="en-US" altLang="ko-KR" dirty="0"/>
              <a:t>: ezFlow4Java/</a:t>
            </a:r>
            <a:r>
              <a:rPr lang="en-US" altLang="ko-KR" dirty="0" err="1"/>
              <a:t>fileroot</a:t>
            </a:r>
            <a:r>
              <a:rPr lang="en-US" altLang="ko-KR" dirty="0"/>
              <a:t>/0/files/</a:t>
            </a:r>
            <a:r>
              <a:rPr lang="en-US" altLang="ko-KR" dirty="0" err="1"/>
              <a:t>openGovCSV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en-US" altLang="ko-KR" dirty="0" err="1"/>
              <a:t>esb</a:t>
            </a:r>
            <a:r>
              <a:rPr lang="en-US" altLang="ko-KR" dirty="0"/>
              <a:t> agent </a:t>
            </a:r>
            <a:r>
              <a:rPr lang="ko-KR" altLang="en-US" dirty="0"/>
              <a:t>와 그룹웨어의 서버가 </a:t>
            </a:r>
            <a:r>
              <a:rPr lang="ko-KR" altLang="en-US" dirty="0" err="1"/>
              <a:t>다를경우</a:t>
            </a:r>
            <a:r>
              <a:rPr lang="en-US" altLang="ko-KR" dirty="0"/>
              <a:t> </a:t>
            </a:r>
            <a:r>
              <a:rPr lang="en-US" altLang="ko-KR" dirty="0" err="1"/>
              <a:t>openGovCSV</a:t>
            </a:r>
            <a:r>
              <a:rPr lang="en-US" altLang="ko-KR" dirty="0"/>
              <a:t> </a:t>
            </a:r>
            <a:r>
              <a:rPr lang="ko-KR" altLang="en-US" dirty="0"/>
              <a:t>디렉토리를 </a:t>
            </a:r>
            <a:r>
              <a:rPr lang="en-US" altLang="ko-KR" dirty="0" err="1"/>
              <a:t>esb</a:t>
            </a:r>
            <a:r>
              <a:rPr lang="en-US" altLang="ko-KR" dirty="0"/>
              <a:t> agent </a:t>
            </a:r>
            <a:r>
              <a:rPr lang="ko-KR" altLang="en-US" dirty="0"/>
              <a:t>의 파일이 전송되는 디렉토리로 마운트 해준다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52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7322</TotalTime>
  <Words>351</Words>
  <Application>Microsoft Office PowerPoint</Application>
  <PresentationFormat>와이드스크린</PresentationFormat>
  <Paragraphs>58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Lucida Console</vt:lpstr>
      <vt:lpstr>Office 테마</vt:lpstr>
      <vt:lpstr>원문공개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원문공개 설치</dc:title>
  <dc:creator>강민수</dc:creator>
  <cp:lastModifiedBy>강 민수</cp:lastModifiedBy>
  <cp:revision>16</cp:revision>
  <dcterms:created xsi:type="dcterms:W3CDTF">2019-10-25T07:27:11Z</dcterms:created>
  <dcterms:modified xsi:type="dcterms:W3CDTF">2021-03-29T02:26:21Z</dcterms:modified>
</cp:coreProperties>
</file>