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0" r:id="rId7"/>
    <p:sldId id="258" r:id="rId8"/>
    <p:sldId id="265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4660"/>
  </p:normalViewPr>
  <p:slideViewPr>
    <p:cSldViewPr snapToGrid="0">
      <p:cViewPr varScale="1">
        <p:scale>
          <a:sx n="84" d="100"/>
          <a:sy n="84" d="100"/>
        </p:scale>
        <p:origin x="6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380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93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756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187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846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689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964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264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862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35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B286-2530-481D-BB2C-E75D99E91DD0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14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EEB286-2530-481D-BB2C-E75D99E91DD0}" type="datetimeFigureOut">
              <a:rPr lang="ko-KR" altLang="en-US" smtClean="0"/>
              <a:t>2019-12-13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F1F9D-4917-40FC-A602-CA43BA8DAE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61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문서유통</a:t>
            </a:r>
            <a:r>
              <a:rPr lang="ko-KR" altLang="en-US" dirty="0" smtClean="0"/>
              <a:t> 모듈 </a:t>
            </a:r>
            <a:r>
              <a:rPr lang="ko-KR" altLang="en-US" dirty="0" err="1" smtClean="0"/>
              <a:t>설치가이드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355330" y="4423410"/>
            <a:ext cx="283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2019.12.13 </a:t>
            </a:r>
            <a:r>
              <a:rPr lang="ko-KR" altLang="en-US" dirty="0" err="1" smtClean="0"/>
              <a:t>홍대표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818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유통서버에서</a:t>
            </a:r>
            <a:endParaRPr lang="en-US" altLang="ko-KR" b="1" dirty="0" smtClean="0"/>
          </a:p>
          <a:p>
            <a:pPr marL="342900" indent="-342900">
              <a:buAutoNum type="arabicPeriod"/>
            </a:pPr>
            <a:r>
              <a:rPr lang="ko-KR" altLang="en-US" sz="1600" dirty="0" err="1" smtClean="0"/>
              <a:t>문서유통</a:t>
            </a:r>
            <a:r>
              <a:rPr lang="ko-KR" altLang="en-US" sz="1600" dirty="0" smtClean="0"/>
              <a:t> 모듈을 압축해제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특정 폴더에 위치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여기에서는 </a:t>
            </a:r>
            <a:r>
              <a:rPr lang="en-US" altLang="ko-KR" sz="1600" dirty="0" smtClean="0"/>
              <a:t>/home/</a:t>
            </a:r>
            <a:r>
              <a:rPr lang="en-US" altLang="ko-KR" sz="1600" dirty="0" err="1" smtClean="0"/>
              <a:t>jmocha</a:t>
            </a:r>
            <a:r>
              <a:rPr lang="en-US" altLang="ko-KR" sz="1600" dirty="0" smtClean="0"/>
              <a:t>/relay</a:t>
            </a:r>
            <a:r>
              <a:rPr lang="ko-KR" altLang="en-US" sz="1600" dirty="0" smtClean="0"/>
              <a:t>에 위치했다고 가정</a:t>
            </a:r>
            <a:r>
              <a:rPr lang="en-US" altLang="ko-KR" sz="1600" dirty="0" smtClean="0"/>
              <a:t>.)</a:t>
            </a:r>
          </a:p>
          <a:p>
            <a:pPr marL="342900" indent="-342900">
              <a:buAutoNum type="arabicPeriod"/>
            </a:pPr>
            <a:r>
              <a:rPr lang="en-US" altLang="ko-KR" sz="1600" dirty="0" smtClean="0"/>
              <a:t>/</a:t>
            </a:r>
            <a:r>
              <a:rPr lang="en-US" altLang="ko-KR" sz="1600" dirty="0" err="1" smtClean="0"/>
              <a:t>etc</a:t>
            </a:r>
            <a:r>
              <a:rPr lang="en-US" altLang="ko-KR" sz="1600" dirty="0" smtClean="0"/>
              <a:t>/hosts </a:t>
            </a:r>
            <a:r>
              <a:rPr lang="ko-KR" altLang="en-US" sz="1600" dirty="0" smtClean="0"/>
              <a:t>파일에 </a:t>
            </a:r>
            <a:r>
              <a:rPr lang="ko-KR" altLang="en-US" sz="1600" dirty="0" err="1" smtClean="0"/>
              <a:t>유통서버</a:t>
            </a:r>
            <a:r>
              <a:rPr lang="en-US" altLang="ko-KR" sz="1600" dirty="0" err="1" smtClean="0"/>
              <a:t>ip</a:t>
            </a:r>
            <a:r>
              <a:rPr lang="ko-KR" altLang="en-US" sz="1600" dirty="0" smtClean="0"/>
              <a:t>를 호스트네임으로 등록해준다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등록해주지 않으면 유통 모듈 올라갈 때</a:t>
            </a:r>
            <a:r>
              <a:rPr lang="en-US" altLang="ko-KR" sz="1600" dirty="0" smtClean="0"/>
              <a:t>, IP Match </a:t>
            </a:r>
            <a:r>
              <a:rPr lang="ko-KR" altLang="en-US" sz="1600" dirty="0" smtClean="0"/>
              <a:t>관련 에러가 발생한다</a:t>
            </a:r>
            <a:r>
              <a:rPr lang="en-US" altLang="ko-KR" sz="1600" dirty="0" smtClean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 smtClean="0"/>
              <a:t>ex) 172.15.1.6	</a:t>
            </a:r>
            <a:r>
              <a:rPr lang="en-US" altLang="ko-KR" sz="1600" dirty="0" err="1" smtClean="0"/>
              <a:t>gwdoc</a:t>
            </a:r>
            <a:endParaRPr lang="en-US" altLang="ko-KR" sz="1600" dirty="0" smtClean="0"/>
          </a:p>
          <a:p>
            <a:pPr marL="342900" indent="-342900">
              <a:buAutoNum type="arabicPeriod"/>
            </a:pPr>
            <a:r>
              <a:rPr lang="en-US" altLang="ko-KR" sz="1600" dirty="0" smtClean="0"/>
              <a:t>/home/</a:t>
            </a:r>
            <a:r>
              <a:rPr lang="en-US" altLang="ko-KR" sz="1600" dirty="0" err="1" smtClean="0"/>
              <a:t>jmocha</a:t>
            </a:r>
            <a:r>
              <a:rPr lang="en-US" altLang="ko-KR" sz="1600" dirty="0" smtClean="0"/>
              <a:t>/relay/data/</a:t>
            </a:r>
            <a:r>
              <a:rPr lang="ko-KR" altLang="en-US" sz="1600" dirty="0" smtClean="0"/>
              <a:t>안에 </a:t>
            </a:r>
            <a:r>
              <a:rPr lang="en-US" altLang="ko-KR" sz="1600" dirty="0" err="1" smtClean="0"/>
              <a:t>receiveComp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폴더가 없다면 생성</a:t>
            </a:r>
            <a:r>
              <a:rPr lang="en-US" altLang="ko-KR" sz="1600" dirty="0" smtClean="0"/>
              <a:t>.</a:t>
            </a:r>
          </a:p>
          <a:p>
            <a:pPr marL="342900" indent="-342900">
              <a:buAutoNum type="arabicPeriod"/>
            </a:pPr>
            <a:r>
              <a:rPr lang="en-US" altLang="ko-KR" sz="1600" dirty="0" err="1" smtClean="0"/>
              <a:t>receivetemp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폴더와 </a:t>
            </a:r>
            <a:r>
              <a:rPr lang="en-US" altLang="ko-KR" sz="1600" dirty="0" err="1" smtClean="0"/>
              <a:t>sendtemp</a:t>
            </a:r>
            <a:r>
              <a:rPr lang="en-US" altLang="ko-KR" sz="1600" dirty="0" smtClean="0"/>
              <a:t> </a:t>
            </a:r>
            <a:r>
              <a:rPr lang="ko-KR" altLang="en-US" sz="1600" dirty="0" err="1" smtClean="0"/>
              <a:t>폴더안에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pack.dtd</a:t>
            </a:r>
            <a:r>
              <a:rPr lang="ko-KR" altLang="en-US" sz="1600" dirty="0" smtClean="0"/>
              <a:t>가 없다면 </a:t>
            </a:r>
            <a:r>
              <a:rPr lang="en-US" altLang="ko-KR" sz="1600" dirty="0" smtClean="0"/>
              <a:t>relay/</a:t>
            </a:r>
            <a:r>
              <a:rPr lang="en-US" altLang="ko-KR" sz="1600" dirty="0" err="1" smtClean="0"/>
              <a:t>dtd</a:t>
            </a:r>
            <a:r>
              <a:rPr lang="en-US" altLang="ko-KR" sz="1600" dirty="0" smtClean="0"/>
              <a:t>/ </a:t>
            </a:r>
            <a:r>
              <a:rPr lang="ko-KR" altLang="en-US" sz="1600" dirty="0" smtClean="0"/>
              <a:t>폴더에서 복사해서 위치시킴</a:t>
            </a:r>
            <a:r>
              <a:rPr lang="en-US" altLang="ko-KR" sz="1600" dirty="0" smtClean="0"/>
              <a:t>.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 err="1" smtClean="0"/>
              <a:t>문서유통</a:t>
            </a:r>
            <a:r>
              <a:rPr lang="ko-KR" altLang="en-US" sz="1600" dirty="0" smtClean="0"/>
              <a:t> 모듈은 </a:t>
            </a:r>
            <a:r>
              <a:rPr lang="en-US" altLang="ko-KR" sz="1600" dirty="0" err="1" smtClean="0"/>
              <a:t>jdk</a:t>
            </a:r>
            <a:r>
              <a:rPr lang="en-US" altLang="ko-KR" sz="1600" dirty="0" smtClean="0"/>
              <a:t> 1.4(32bit)</a:t>
            </a:r>
            <a:r>
              <a:rPr lang="ko-KR" altLang="en-US" sz="1600" dirty="0" smtClean="0"/>
              <a:t>를 필요로 하기 때문에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jdk</a:t>
            </a:r>
            <a:r>
              <a:rPr lang="en-US" altLang="ko-KR" sz="1600" dirty="0" smtClean="0"/>
              <a:t> 1.4</a:t>
            </a:r>
            <a:r>
              <a:rPr lang="ko-KR" altLang="en-US" sz="1600" dirty="0" smtClean="0"/>
              <a:t>를 설치해준다</a:t>
            </a:r>
            <a:r>
              <a:rPr lang="en-US" altLang="ko-KR" sz="1600" dirty="0" smtClean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 </a:t>
            </a:r>
            <a:r>
              <a:rPr lang="en-US" altLang="ko-KR" sz="1600" dirty="0" err="1" smtClean="0"/>
              <a:t>jdk</a:t>
            </a:r>
            <a:r>
              <a:rPr lang="en-US" altLang="ko-KR" sz="1600" dirty="0" smtClean="0"/>
              <a:t> 1.4</a:t>
            </a:r>
            <a:r>
              <a:rPr lang="ko-KR" altLang="en-US" sz="1600" dirty="0" smtClean="0"/>
              <a:t>를 </a:t>
            </a:r>
            <a:r>
              <a:rPr lang="ko-KR" altLang="en-US" sz="1600" dirty="0" err="1" smtClean="0"/>
              <a:t>설치할때</a:t>
            </a:r>
            <a:r>
              <a:rPr lang="en-US" altLang="ko-KR" sz="1600" dirty="0" smtClean="0"/>
              <a:t>, ld-linux.so.2</a:t>
            </a:r>
            <a:r>
              <a:rPr lang="ko-KR" altLang="en-US" sz="1600" dirty="0" smtClean="0"/>
              <a:t>가 없다고 에러가 난다면</a:t>
            </a:r>
            <a:r>
              <a:rPr lang="en-US" altLang="ko-KR" sz="1600" dirty="0" smtClean="0"/>
              <a:t>, yum -y install ld-linux.so.2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로 설치 후 시도한다</a:t>
            </a:r>
            <a:r>
              <a:rPr lang="en-US" altLang="ko-KR" sz="1600" dirty="0" smtClean="0"/>
              <a:t>.</a:t>
            </a:r>
          </a:p>
          <a:p>
            <a:pPr marL="342900" indent="-342900">
              <a:buAutoNum type="arabicPeriod"/>
            </a:pPr>
            <a:r>
              <a:rPr lang="en-US" altLang="ko-KR" sz="1600" dirty="0" smtClean="0"/>
              <a:t>JAVA_HOME</a:t>
            </a:r>
            <a:r>
              <a:rPr lang="ko-KR" altLang="en-US" sz="1600" dirty="0" smtClean="0"/>
              <a:t>이 이미 다른 버전의 </a:t>
            </a:r>
            <a:r>
              <a:rPr lang="en-US" altLang="ko-KR" sz="1600" dirty="0" err="1" smtClean="0"/>
              <a:t>jdk</a:t>
            </a:r>
            <a:r>
              <a:rPr lang="ko-KR" altLang="en-US" sz="1600" dirty="0" smtClean="0"/>
              <a:t>로 이미 있거나</a:t>
            </a:r>
            <a:r>
              <a:rPr lang="en-US" altLang="ko-KR" sz="1600" dirty="0" smtClean="0"/>
              <a:t>, java -version </a:t>
            </a:r>
            <a:r>
              <a:rPr lang="ko-KR" altLang="en-US" sz="1600" dirty="0" smtClean="0"/>
              <a:t>했을 때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jdk1.4 </a:t>
            </a:r>
            <a:r>
              <a:rPr lang="ko-KR" altLang="en-US" sz="1600" dirty="0" smtClean="0"/>
              <a:t>가 아닌 다른 버전이 실행될 경우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유통모듈</a:t>
            </a:r>
            <a:r>
              <a:rPr lang="ko-KR" altLang="en-US" sz="1600" dirty="0" smtClean="0"/>
              <a:t> 설치 가이드에 따라서 </a:t>
            </a:r>
            <a:r>
              <a:rPr lang="en-US" altLang="ko-KR" sz="1600" dirty="0" smtClean="0"/>
              <a:t>RY_JAVA_HOME </a:t>
            </a:r>
            <a:r>
              <a:rPr lang="ko-KR" altLang="en-US" sz="1600" dirty="0" smtClean="0"/>
              <a:t>환경변수를 지정해주고 </a:t>
            </a:r>
            <a:r>
              <a:rPr lang="ko-KR" altLang="en-US" sz="1600" dirty="0" err="1" smtClean="0"/>
              <a:t>유통모듈의</a:t>
            </a:r>
            <a:r>
              <a:rPr lang="ko-KR" altLang="en-US" sz="1600" dirty="0" smtClean="0"/>
              <a:t> 모든 실행스크립트에서 </a:t>
            </a:r>
            <a:r>
              <a:rPr lang="en-US" altLang="ko-KR" sz="1600" dirty="0" smtClean="0"/>
              <a:t>java</a:t>
            </a:r>
            <a:r>
              <a:rPr lang="ko-KR" altLang="en-US" sz="1600" dirty="0"/>
              <a:t>를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RY_JAVA_HOME/bin/java </a:t>
            </a:r>
            <a:r>
              <a:rPr lang="ko-KR" altLang="en-US" sz="1600" dirty="0" smtClean="0"/>
              <a:t>으로 수정해준다</a:t>
            </a:r>
            <a:r>
              <a:rPr lang="en-US" altLang="ko-KR" sz="1600" dirty="0" smtClean="0"/>
              <a:t>. </a:t>
            </a:r>
            <a:r>
              <a:rPr lang="en-US" altLang="ko-KR" sz="1600" dirty="0" err="1" smtClean="0"/>
              <a:t>ebms</a:t>
            </a:r>
            <a:r>
              <a:rPr lang="en-US" altLang="ko-KR" sz="1600" dirty="0" smtClean="0"/>
              <a:t>/messaging/bin/derby_shutdown.sh, derby_startup.sh </a:t>
            </a:r>
            <a:r>
              <a:rPr lang="ko-KR" altLang="en-US" sz="1600" dirty="0" smtClean="0"/>
              <a:t>도 수정</a:t>
            </a:r>
            <a:r>
              <a:rPr lang="en-US" altLang="ko-KR" sz="1600" dirty="0" smtClean="0"/>
              <a:t>. </a:t>
            </a:r>
            <a:r>
              <a:rPr lang="en-US" altLang="ko-KR" sz="1600" dirty="0" err="1" smtClean="0"/>
              <a:t>ebms</a:t>
            </a:r>
            <a:r>
              <a:rPr lang="en-US" altLang="ko-KR" sz="1600" dirty="0" smtClean="0"/>
              <a:t>/messaging/bin, </a:t>
            </a:r>
            <a:r>
              <a:rPr lang="en-US" altLang="ko-KR" sz="1600" dirty="0" err="1" smtClean="0"/>
              <a:t>ebms</a:t>
            </a:r>
            <a:r>
              <a:rPr lang="en-US" altLang="ko-KR" sz="1600" dirty="0" smtClean="0"/>
              <a:t>/monitoring/bin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catalina.sh, tool-wrapper.sh, catalinabymonitor.sh 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JAVA_HOME  </a:t>
            </a:r>
            <a:r>
              <a:rPr lang="ko-KR" altLang="en-US" sz="1600" dirty="0" smtClean="0"/>
              <a:t>재설정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모듈 설치 가이드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별첨</a:t>
            </a:r>
            <a:r>
              <a:rPr lang="en-US" altLang="ko-KR" sz="1600" dirty="0" smtClean="0"/>
              <a:t>2.2 </a:t>
            </a:r>
            <a:r>
              <a:rPr lang="ko-KR" altLang="en-US" sz="1600" dirty="0" smtClean="0"/>
              <a:t>참고</a:t>
            </a:r>
            <a:r>
              <a:rPr lang="en-US" altLang="ko-KR" sz="1600" dirty="0" smtClean="0"/>
              <a:t>) </a:t>
            </a:r>
            <a:r>
              <a:rPr lang="ko-KR" altLang="en-US" sz="1600" dirty="0" smtClean="0"/>
              <a:t>잘 읽고 그대로 따라하면 됨</a:t>
            </a:r>
            <a:r>
              <a:rPr lang="en-US" altLang="ko-KR" sz="1600" dirty="0" smtClean="0"/>
              <a:t>.</a:t>
            </a:r>
            <a:endParaRPr lang="en-US" altLang="ko-KR" sz="1600" dirty="0" smtClean="0"/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r>
              <a:rPr lang="en-US" altLang="ko-KR" sz="1600" dirty="0"/>
              <a:t>6</a:t>
            </a:r>
            <a:r>
              <a:rPr lang="en-US" altLang="ko-KR" sz="1600" dirty="0" smtClean="0"/>
              <a:t>. relay/</a:t>
            </a:r>
            <a:r>
              <a:rPr lang="en-US" altLang="ko-KR" sz="1600" dirty="0" err="1" smtClean="0"/>
              <a:t>config</a:t>
            </a:r>
            <a:r>
              <a:rPr lang="en-US" altLang="ko-KR" sz="1600" dirty="0"/>
              <a:t>/</a:t>
            </a:r>
            <a:r>
              <a:rPr lang="ko-KR" altLang="en-US" sz="1600" dirty="0"/>
              <a:t>의 </a:t>
            </a:r>
            <a:r>
              <a:rPr lang="en-US" altLang="ko-KR" sz="1600" dirty="0"/>
              <a:t>?_properties.xml </a:t>
            </a:r>
            <a:r>
              <a:rPr lang="ko-KR" altLang="en-US" sz="1600" dirty="0"/>
              <a:t>파일을 적절히 선택하여 이름을 바꿔준다</a:t>
            </a:r>
            <a:r>
              <a:rPr lang="en-US" altLang="ko-KR" sz="1600" dirty="0" smtClean="0"/>
              <a:t>. </a:t>
            </a:r>
          </a:p>
          <a:p>
            <a:r>
              <a:rPr lang="en-US" altLang="ko-KR" sz="1600" dirty="0" smtClean="0"/>
              <a:t>	ex) T_properties.xml </a:t>
            </a:r>
            <a:r>
              <a:rPr lang="en-US" altLang="ko-KR" sz="1600" dirty="0"/>
              <a:t>=&gt; properties.xml </a:t>
            </a:r>
            <a:r>
              <a:rPr lang="ko-KR" altLang="en-US" sz="1600" dirty="0"/>
              <a:t>로 </a:t>
            </a:r>
            <a:r>
              <a:rPr lang="ko-KR" altLang="en-US" sz="1600" dirty="0" err="1"/>
              <a:t>작업해줌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복사하면서 이름 </a:t>
            </a:r>
            <a:r>
              <a:rPr lang="ko-KR" altLang="en-US" sz="1600" dirty="0" err="1" smtClean="0"/>
              <a:t>바꿔도됨</a:t>
            </a:r>
            <a:r>
              <a:rPr lang="en-US" altLang="ko-KR" sz="1600" dirty="0" smtClean="0"/>
              <a:t>.</a:t>
            </a:r>
            <a:endParaRPr lang="en-US" altLang="ko-KR" sz="1600" dirty="0"/>
          </a:p>
          <a:p>
            <a:r>
              <a:rPr lang="en-US" altLang="ko-KR" sz="1600" dirty="0"/>
              <a:t>properties.xml </a:t>
            </a:r>
            <a:r>
              <a:rPr lang="ko-KR" altLang="en-US" sz="1600" dirty="0"/>
              <a:t>파일 안에 </a:t>
            </a:r>
            <a:r>
              <a:rPr lang="en-US" altLang="ko-KR" sz="1600" dirty="0" err="1"/>
              <a:t>serverproperty</a:t>
            </a:r>
            <a:r>
              <a:rPr lang="en-US" altLang="ko-KR" sz="1600" dirty="0"/>
              <a:t> &gt; system(id), </a:t>
            </a:r>
            <a:r>
              <a:rPr lang="en-US" altLang="ko-KR" sz="1600" dirty="0" err="1"/>
              <a:t>replaypath</a:t>
            </a:r>
            <a:r>
              <a:rPr lang="en-US" altLang="ko-KR" sz="1600" dirty="0"/>
              <a:t>// </a:t>
            </a:r>
            <a:r>
              <a:rPr lang="en-US" altLang="ko-KR" sz="1600" dirty="0" err="1"/>
              <a:t>gpkiproperty</a:t>
            </a:r>
            <a:r>
              <a:rPr lang="en-US" altLang="ko-KR" sz="1600" dirty="0"/>
              <a:t> &gt; </a:t>
            </a:r>
            <a:r>
              <a:rPr lang="en-US" altLang="ko-KR" sz="1600" dirty="0" err="1"/>
              <a:t>gpkiserverid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gpkipath</a:t>
            </a:r>
            <a:r>
              <a:rPr lang="en-US" altLang="ko-KR" sz="1600" dirty="0"/>
              <a:t>, pin</a:t>
            </a:r>
            <a:r>
              <a:rPr lang="ko-KR" altLang="en-US" sz="1600" dirty="0"/>
              <a:t>를 수정한다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ex) &lt;SYSTEM TYPE="DOCUMENT" ID</a:t>
            </a:r>
            <a:r>
              <a:rPr lang="en-US" altLang="ko-KR" sz="1600" dirty="0" smtClean="0"/>
              <a:t>=“DOCB55105301"/&gt;  (DOC + </a:t>
            </a:r>
            <a:r>
              <a:rPr lang="ko-KR" altLang="en-US" sz="1600" dirty="0" err="1" smtClean="0"/>
              <a:t>기관코드</a:t>
            </a:r>
            <a:r>
              <a:rPr lang="en-US" altLang="ko-KR" sz="1600" dirty="0" smtClean="0"/>
              <a:t>(7) + </a:t>
            </a:r>
            <a:r>
              <a:rPr lang="ko-KR" altLang="en-US" sz="1600" dirty="0" smtClean="0"/>
              <a:t>일련번호</a:t>
            </a:r>
            <a:r>
              <a:rPr lang="en-US" altLang="ko-KR" sz="1600" dirty="0" smtClean="0"/>
              <a:t>(2))</a:t>
            </a:r>
            <a:endParaRPr lang="en-US" altLang="ko-KR" sz="1600" dirty="0"/>
          </a:p>
          <a:p>
            <a:r>
              <a:rPr lang="en-US" altLang="ko-KR" sz="1600" dirty="0" err="1" smtClean="0"/>
              <a:t>Serverproperty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id</a:t>
            </a:r>
            <a:r>
              <a:rPr lang="ko-KR" altLang="en-US" sz="1600" dirty="0"/>
              <a:t>는 </a:t>
            </a:r>
            <a:r>
              <a:rPr lang="en-US" altLang="ko-KR" sz="1600" dirty="0" smtClean="0"/>
              <a:t>DOC </a:t>
            </a:r>
            <a:r>
              <a:rPr lang="en-US" altLang="ko-KR" sz="1600" dirty="0"/>
              <a:t>+ </a:t>
            </a:r>
            <a:r>
              <a:rPr lang="ko-KR" altLang="en-US" sz="1600" dirty="0" err="1"/>
              <a:t>기관코드</a:t>
            </a:r>
            <a:r>
              <a:rPr lang="en-US" altLang="ko-KR" sz="1600" dirty="0"/>
              <a:t>7</a:t>
            </a:r>
            <a:r>
              <a:rPr lang="ko-KR" altLang="en-US" sz="1600" dirty="0"/>
              <a:t>자리 </a:t>
            </a:r>
            <a:r>
              <a:rPr lang="en-US" altLang="ko-KR" sz="1600" dirty="0"/>
              <a:t>+ </a:t>
            </a:r>
            <a:r>
              <a:rPr lang="ko-KR" altLang="en-US" sz="1600" dirty="0"/>
              <a:t>일련번호 </a:t>
            </a:r>
            <a:r>
              <a:rPr lang="en-US" altLang="ko-KR" sz="1600" dirty="0" smtClean="0"/>
              <a:t>01</a:t>
            </a:r>
            <a:r>
              <a:rPr lang="en-US" altLang="ko-KR" sz="1600" dirty="0"/>
              <a:t>~   </a:t>
            </a:r>
            <a:r>
              <a:rPr lang="ko-KR" altLang="en-US" sz="1600" dirty="0"/>
              <a:t>로 </a:t>
            </a:r>
            <a:r>
              <a:rPr lang="ko-KR" altLang="en-US" sz="1600" dirty="0" smtClean="0"/>
              <a:t>구성 보통 일련번호는 </a:t>
            </a:r>
            <a:r>
              <a:rPr lang="en-US" altLang="ko-KR" sz="1600" dirty="0" smtClean="0"/>
              <a:t>01</a:t>
            </a:r>
            <a:r>
              <a:rPr lang="ko-KR" altLang="en-US" sz="1600" dirty="0" smtClean="0"/>
              <a:t>로 하면 </a:t>
            </a:r>
            <a:r>
              <a:rPr lang="ko-KR" altLang="en-US" sz="1600" dirty="0" err="1" smtClean="0"/>
              <a:t>거의됨</a:t>
            </a:r>
            <a:endParaRPr lang="en-US" altLang="ko-KR" sz="1600" dirty="0"/>
          </a:p>
          <a:p>
            <a:r>
              <a:rPr lang="en-US" altLang="ko-KR" sz="1600" dirty="0"/>
              <a:t>&lt;RELAYPATH&gt;/home/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/relay&lt;/RELAYPATH&gt;</a:t>
            </a:r>
          </a:p>
          <a:p>
            <a:endParaRPr lang="en-US" altLang="ko-KR" sz="1600" dirty="0"/>
          </a:p>
          <a:p>
            <a:r>
              <a:rPr lang="en-US" altLang="ko-KR" sz="1600" dirty="0"/>
              <a:t>&lt;GPKISERVERID&gt;SVRB551053001&lt;/</a:t>
            </a:r>
            <a:r>
              <a:rPr lang="en-US" altLang="ko-KR" sz="1600" dirty="0" smtClean="0"/>
              <a:t>GPKISERVERID&gt; (GPKI</a:t>
            </a:r>
            <a:r>
              <a:rPr lang="ko-KR" altLang="en-US" sz="1600" dirty="0" smtClean="0"/>
              <a:t>서버아이디는 </a:t>
            </a:r>
            <a:r>
              <a:rPr lang="en-US" altLang="ko-KR" sz="1600" dirty="0" smtClean="0"/>
              <a:t>GPKI </a:t>
            </a:r>
            <a:r>
              <a:rPr lang="ko-KR" altLang="en-US" sz="1600" dirty="0" smtClean="0"/>
              <a:t>인증서의 </a:t>
            </a:r>
            <a:r>
              <a:rPr lang="ko-KR" altLang="en-US" sz="1600" dirty="0" err="1" smtClean="0"/>
              <a:t>파일이름과</a:t>
            </a:r>
            <a:r>
              <a:rPr lang="ko-KR" altLang="en-US" sz="1600" dirty="0" smtClean="0"/>
              <a:t> 동일</a:t>
            </a:r>
            <a:r>
              <a:rPr lang="en-US" altLang="ko-KR" sz="1600" dirty="0" smtClean="0"/>
              <a:t>)</a:t>
            </a:r>
            <a:endParaRPr lang="en-US" altLang="ko-KR" sz="1600" dirty="0"/>
          </a:p>
          <a:p>
            <a:r>
              <a:rPr lang="en-US" altLang="ko-KR" sz="1600" dirty="0"/>
              <a:t>&lt;GPKIPATH&gt;/home/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/relay/</a:t>
            </a:r>
            <a:r>
              <a:rPr lang="en-US" altLang="ko-KR" sz="1600" dirty="0" err="1"/>
              <a:t>gpki</a:t>
            </a:r>
            <a:r>
              <a:rPr lang="en-US" altLang="ko-KR" sz="1600" dirty="0"/>
              <a:t>/&lt;/GPKIPATH&gt;   (</a:t>
            </a:r>
            <a:r>
              <a:rPr lang="ko-KR" altLang="en-US" sz="1600" dirty="0"/>
              <a:t>제일 끝에 </a:t>
            </a:r>
            <a:r>
              <a:rPr lang="en-US" altLang="ko-KR" sz="1600" dirty="0"/>
              <a:t>‘/’ </a:t>
            </a:r>
            <a:r>
              <a:rPr lang="ko-KR" altLang="en-US" sz="1600" dirty="0"/>
              <a:t>까지 필수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&lt;PIN&gt;&lt;![CDATA[</a:t>
            </a:r>
            <a:r>
              <a:rPr lang="en-US" altLang="ko-KR" sz="1600" dirty="0" err="1"/>
              <a:t>passwordexample</a:t>
            </a:r>
            <a:r>
              <a:rPr lang="en-US" altLang="ko-KR" sz="1600" dirty="0"/>
              <a:t>]]&gt;&lt;/PIN&gt;   (</a:t>
            </a:r>
            <a:r>
              <a:rPr lang="ko-KR" altLang="en-US" sz="1600" dirty="0"/>
              <a:t>사이트에 적절한 패스워드</a:t>
            </a:r>
            <a:r>
              <a:rPr lang="en-US" altLang="ko-KR" sz="1600" dirty="0"/>
              <a:t>)</a:t>
            </a:r>
          </a:p>
          <a:p>
            <a:pPr marL="342900" indent="-342900">
              <a:buAutoNum type="arabicPeriod"/>
            </a:pPr>
            <a:endParaRPr lang="en-US" altLang="ko-KR" sz="1600" dirty="0" smtClean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675" y="6898065"/>
            <a:ext cx="44767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3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유통서버에서</a:t>
            </a:r>
            <a:endParaRPr lang="en-US" altLang="ko-KR" b="1" dirty="0" smtClean="0"/>
          </a:p>
          <a:p>
            <a:pPr marL="342900" indent="-342900">
              <a:buAutoNum type="arabicPeriod"/>
            </a:pPr>
            <a:r>
              <a:rPr lang="ko-KR" altLang="en-US" sz="1600" dirty="0" err="1" smtClean="0"/>
              <a:t>환경변수는</a:t>
            </a:r>
            <a:r>
              <a:rPr lang="ko-KR" altLang="en-US" sz="1600" dirty="0" smtClean="0"/>
              <a:t> 이것만 등록 하면 됨</a:t>
            </a:r>
            <a:r>
              <a:rPr lang="en-US" altLang="ko-KR" sz="1600" dirty="0" smtClean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export LIBPATH=$LIBPATH:/</a:t>
            </a:r>
            <a:r>
              <a:rPr lang="en-US" altLang="ko-KR" sz="1600" dirty="0" err="1"/>
              <a:t>usr</a:t>
            </a:r>
            <a:r>
              <a:rPr lang="en-US" altLang="ko-KR" sz="1600" dirty="0"/>
              <a:t>/lib:/</a:t>
            </a:r>
            <a:r>
              <a:rPr lang="en-US" altLang="ko-KR" sz="1600" dirty="0" err="1"/>
              <a:t>usr</a:t>
            </a:r>
            <a:r>
              <a:rPr lang="en-US" altLang="ko-KR" sz="1600" dirty="0"/>
              <a:t>/lib64:/home/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/relay/lib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export LD_LIBRARY_PATH=$LD_LIBRARY_PATH:/</a:t>
            </a:r>
            <a:r>
              <a:rPr lang="en-US" altLang="ko-KR" sz="1600" dirty="0" err="1"/>
              <a:t>usr</a:t>
            </a:r>
            <a:r>
              <a:rPr lang="en-US" altLang="ko-KR" sz="1600" dirty="0"/>
              <a:t>/lib:/</a:t>
            </a:r>
            <a:r>
              <a:rPr lang="en-US" altLang="ko-KR" sz="1600" dirty="0" err="1"/>
              <a:t>usr</a:t>
            </a:r>
            <a:r>
              <a:rPr lang="en-US" altLang="ko-KR" sz="1600" dirty="0"/>
              <a:t>/lib64:/home/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/relay/lib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export SHLIB_PATH=$SHLIB_PATH:/</a:t>
            </a:r>
            <a:r>
              <a:rPr lang="en-US" altLang="ko-KR" sz="1600" dirty="0" err="1"/>
              <a:t>usr</a:t>
            </a:r>
            <a:r>
              <a:rPr lang="en-US" altLang="ko-KR" sz="1600" dirty="0"/>
              <a:t>/lib:/</a:t>
            </a:r>
            <a:r>
              <a:rPr lang="en-US" altLang="ko-KR" sz="1600" dirty="0" err="1"/>
              <a:t>usr</a:t>
            </a:r>
            <a:r>
              <a:rPr lang="en-US" altLang="ko-KR" sz="1600" dirty="0"/>
              <a:t>/lib64:/home/</a:t>
            </a:r>
            <a:r>
              <a:rPr lang="en-US" altLang="ko-KR" sz="1600" dirty="0" err="1"/>
              <a:t>jmocha</a:t>
            </a:r>
            <a:r>
              <a:rPr lang="en-US" altLang="ko-KR" sz="1600" dirty="0"/>
              <a:t>/relay/lib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export RELAY_HOME=/</a:t>
            </a:r>
            <a:r>
              <a:rPr lang="en-US" altLang="ko-KR" sz="1600" dirty="0" smtClean="0"/>
              <a:t>home/</a:t>
            </a:r>
            <a:r>
              <a:rPr lang="en-US" altLang="ko-KR" sz="1600" dirty="0" err="1" smtClean="0"/>
              <a:t>jmocha</a:t>
            </a:r>
            <a:r>
              <a:rPr lang="en-US" altLang="ko-KR" sz="1600" dirty="0" smtClean="0"/>
              <a:t>/relay</a:t>
            </a:r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en-US" altLang="ko-KR" sz="1600" dirty="0"/>
              <a:t>export RY_JAVA_HOME=/</a:t>
            </a:r>
            <a:r>
              <a:rPr lang="en-US" altLang="ko-KR" sz="1600" dirty="0" smtClean="0"/>
              <a:t>home/</a:t>
            </a:r>
            <a:r>
              <a:rPr lang="en-US" altLang="ko-KR" sz="1600" dirty="0" err="1" smtClean="0"/>
              <a:t>jmocha</a:t>
            </a:r>
            <a:r>
              <a:rPr lang="en-US" altLang="ko-KR" sz="1600" dirty="0" smtClean="0"/>
              <a:t>/jdk1.4 (jdk1.4 </a:t>
            </a:r>
            <a:r>
              <a:rPr lang="ko-KR" altLang="en-US" sz="1600" dirty="0" smtClean="0"/>
              <a:t>경로에 따라 적절히 수정</a:t>
            </a:r>
            <a:r>
              <a:rPr lang="en-US" altLang="ko-KR" sz="1600" dirty="0" smtClean="0"/>
              <a:t>)</a:t>
            </a:r>
          </a:p>
          <a:p>
            <a:pPr marL="342900" indent="-342900">
              <a:buAutoNum type="arabicPeriod"/>
            </a:pPr>
            <a:r>
              <a:rPr lang="ko-KR" altLang="en-US" sz="1600" dirty="0" smtClean="0"/>
              <a:t>위의 명령을 적절히 </a:t>
            </a:r>
            <a:r>
              <a:rPr lang="en-US" altLang="ko-KR" sz="1600" dirty="0" smtClean="0"/>
              <a:t>~</a:t>
            </a:r>
            <a:r>
              <a:rPr lang="en-US" altLang="ko-KR" sz="1600" dirty="0" err="1" smtClean="0"/>
              <a:t>jmocha</a:t>
            </a:r>
            <a:r>
              <a:rPr lang="en-US" altLang="ko-KR" sz="1600" dirty="0" smtClean="0"/>
              <a:t>/.</a:t>
            </a:r>
            <a:r>
              <a:rPr lang="en-US" altLang="ko-KR" sz="1600" dirty="0" err="1" smtClean="0"/>
              <a:t>bashrc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에도 등록해준다</a:t>
            </a:r>
            <a:r>
              <a:rPr lang="en-US" altLang="ko-KR" sz="1600" dirty="0" smtClean="0"/>
              <a:t>.</a:t>
            </a:r>
          </a:p>
          <a:p>
            <a:pPr marL="342900" indent="-342900">
              <a:buAutoNum type="arabicPeriod"/>
            </a:pPr>
            <a:r>
              <a:rPr lang="en-US" altLang="ko-KR" sz="1600" dirty="0" smtClean="0"/>
              <a:t>LDAP </a:t>
            </a:r>
            <a:r>
              <a:rPr lang="ko-KR" altLang="en-US" sz="1600" dirty="0" smtClean="0"/>
              <a:t>연결이 되는지 </a:t>
            </a:r>
            <a:r>
              <a:rPr lang="en-US" altLang="ko-KR" sz="1600" dirty="0" smtClean="0"/>
              <a:t>telnet </a:t>
            </a:r>
            <a:r>
              <a:rPr lang="ko-KR" altLang="en-US" sz="1600" dirty="0" smtClean="0"/>
              <a:t>연결 해봄</a:t>
            </a:r>
            <a:r>
              <a:rPr lang="en-US" altLang="ko-KR" sz="1600" dirty="0" smtClean="0"/>
              <a:t>. </a:t>
            </a:r>
            <a:r>
              <a:rPr lang="ko-KR" altLang="en-US" sz="1600" dirty="0" err="1" smtClean="0"/>
              <a:t>중계모듈</a:t>
            </a:r>
            <a:r>
              <a:rPr lang="ko-KR" altLang="en-US" sz="1600" dirty="0" smtClean="0"/>
              <a:t> 설치 가이드의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다</a:t>
            </a:r>
            <a:r>
              <a:rPr lang="en-US" altLang="ko-KR" sz="1600" dirty="0" smtClean="0"/>
              <a:t>.</a:t>
            </a:r>
            <a:r>
              <a:rPr lang="ko-KR" altLang="en-US" sz="1600" dirty="0" smtClean="0"/>
              <a:t>네트워크 설정의 확인 참고</a:t>
            </a:r>
            <a:r>
              <a:rPr lang="en-US" altLang="ko-KR" sz="1600" dirty="0" smtClean="0"/>
              <a:t>.</a:t>
            </a:r>
          </a:p>
          <a:p>
            <a:pPr marL="342900" indent="-342900">
              <a:buAutoNum type="arabicPeriod"/>
            </a:pPr>
            <a:r>
              <a:rPr lang="en-US" altLang="ko-KR" sz="1600" dirty="0" smtClean="0"/>
              <a:t>centos 7</a:t>
            </a:r>
            <a:r>
              <a:rPr lang="ko-KR" altLang="en-US" sz="1600" dirty="0" smtClean="0"/>
              <a:t>이상 버전일 경우</a:t>
            </a:r>
            <a:r>
              <a:rPr lang="en-US" altLang="ko-KR" sz="1600" dirty="0" smtClean="0"/>
              <a:t>, yum -y install gilbc.i686</a:t>
            </a:r>
            <a:br>
              <a:rPr lang="en-US" altLang="ko-KR" sz="1600" dirty="0" smtClean="0"/>
            </a:br>
            <a:r>
              <a:rPr lang="en-US" altLang="ko-KR" sz="1600" dirty="0" smtClean="0"/>
              <a:t>centos 6</a:t>
            </a:r>
            <a:r>
              <a:rPr lang="ko-KR" altLang="en-US" sz="1600" dirty="0" smtClean="0"/>
              <a:t>버전일 경우</a:t>
            </a:r>
            <a:r>
              <a:rPr lang="en-US" altLang="ko-KR" sz="1600" dirty="0" smtClean="0"/>
              <a:t>,</a:t>
            </a:r>
            <a:r>
              <a:rPr lang="ko-KR" altLang="en-US" sz="1600" dirty="0"/>
              <a:t> </a:t>
            </a:r>
            <a:endParaRPr lang="en-US" altLang="ko-KR" sz="1600" dirty="0" smtClean="0"/>
          </a:p>
          <a:p>
            <a:pPr lvl="2"/>
            <a:r>
              <a:rPr lang="en-US" altLang="ko-KR" sz="1600" dirty="0" err="1"/>
              <a:t>wget</a:t>
            </a:r>
            <a:r>
              <a:rPr lang="en-US" altLang="ko-KR" sz="1600" dirty="0"/>
              <a:t> http://copr-be.cloud.fedoraproject.org/results/mosquito/myrepo-el6/epel-6-i386/glibc-2.17-55.fc20/glibc-2.17-55.el6.i686.rpm</a:t>
            </a:r>
          </a:p>
          <a:p>
            <a:pPr lvl="2"/>
            <a:r>
              <a:rPr lang="en-US" altLang="ko-KR" sz="1600" dirty="0" err="1"/>
              <a:t>wget</a:t>
            </a:r>
            <a:r>
              <a:rPr lang="en-US" altLang="ko-KR" sz="1600" dirty="0"/>
              <a:t> http://copr-be.cloud.fedoraproject.org/results/mosquito/myrepo-el6/epel-6-i386/glibc-2.17-55.fc20/glibc-common-2.17-55.el6.i686.rpm</a:t>
            </a:r>
          </a:p>
          <a:p>
            <a:pPr lvl="2"/>
            <a:r>
              <a:rPr lang="en-US" altLang="ko-KR" sz="1600" dirty="0" err="1"/>
              <a:t>wget</a:t>
            </a:r>
            <a:r>
              <a:rPr lang="en-US" altLang="ko-KR" sz="1600" dirty="0"/>
              <a:t> http://copr-be.cloud.fedoraproject.org/results/mosquito/myrepo-el6/epel-6-i386/glibc-2.17-55.fc20/glibc-devel-2.17-55.el6.i686.rpm</a:t>
            </a:r>
          </a:p>
          <a:p>
            <a:pPr lvl="2"/>
            <a:r>
              <a:rPr lang="en-US" altLang="ko-KR" sz="1600" dirty="0" err="1"/>
              <a:t>wget</a:t>
            </a:r>
            <a:r>
              <a:rPr lang="en-US" altLang="ko-KR" sz="1600" dirty="0"/>
              <a:t> http://copr-be.cloud.fedoraproject.org/results/mosquito/myrepo-el6/epel-6-i386/glibc-2.17-55.fc20/glibc-headers-2.17-55.el6.i686.rpm</a:t>
            </a:r>
          </a:p>
          <a:p>
            <a:pPr marL="1257300" lvl="2" indent="-342900">
              <a:buAutoNum type="arabicPeriod"/>
            </a:pPr>
            <a:endParaRPr lang="en-US" altLang="ko-KR" sz="1600" dirty="0"/>
          </a:p>
          <a:p>
            <a:pPr lvl="2"/>
            <a:r>
              <a:rPr lang="en-US" altLang="ko-KR" sz="1600" dirty="0" err="1"/>
              <a:t>sudo</a:t>
            </a:r>
            <a:r>
              <a:rPr lang="en-US" altLang="ko-KR" sz="1600" dirty="0"/>
              <a:t> rpm -</a:t>
            </a:r>
            <a:r>
              <a:rPr lang="en-US" altLang="ko-KR" sz="1600" dirty="0" err="1"/>
              <a:t>Uvh</a:t>
            </a:r>
            <a:r>
              <a:rPr lang="en-US" altLang="ko-KR" sz="1600" dirty="0"/>
              <a:t> glibc-2.17-55.el6.i686.rpm \</a:t>
            </a:r>
          </a:p>
          <a:p>
            <a:pPr lvl="2"/>
            <a:r>
              <a:rPr lang="en-US" altLang="ko-KR" sz="1600" dirty="0"/>
              <a:t>glibc-common-2.17-55.el6.i686.rpm \</a:t>
            </a:r>
          </a:p>
          <a:p>
            <a:pPr lvl="2"/>
            <a:r>
              <a:rPr lang="en-US" altLang="ko-KR" sz="1600" dirty="0"/>
              <a:t>glibc-devel-2.17-55.el6.i686.rpm \</a:t>
            </a:r>
          </a:p>
          <a:p>
            <a:pPr lvl="2"/>
            <a:r>
              <a:rPr lang="en-US" altLang="ko-KR" sz="1600" dirty="0"/>
              <a:t>glibc-headers-2.17-55.el6.i686.rpm</a:t>
            </a:r>
            <a:endParaRPr lang="en-US" altLang="ko-KR" sz="1600" dirty="0"/>
          </a:p>
          <a:p>
            <a:pPr marL="342900" indent="-342900">
              <a:buAutoNum type="arabicPeriod"/>
            </a:pPr>
            <a:endParaRPr lang="en-US" altLang="ko-KR" sz="1600" dirty="0" smtClean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645260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/>
              <a:t>유통서버에서</a:t>
            </a:r>
            <a:endParaRPr lang="en-US" altLang="ko-KR" sz="1600" b="1" dirty="0" smtClean="0"/>
          </a:p>
          <a:p>
            <a:pPr marL="342900" indent="-342900">
              <a:buAutoNum type="arabicPeriod"/>
            </a:pPr>
            <a:r>
              <a:rPr lang="en-US" altLang="ko-KR" sz="1600" dirty="0" smtClean="0"/>
              <a:t>GPKI </a:t>
            </a:r>
            <a:r>
              <a:rPr lang="ko-KR" altLang="en-US" sz="1600" dirty="0" smtClean="0"/>
              <a:t>모듈 설정 방법</a:t>
            </a:r>
            <a:r>
              <a:rPr lang="en-US" altLang="ko-KR" sz="1600" dirty="0" smtClean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 smtClean="0"/>
              <a:t>gpki</a:t>
            </a:r>
            <a:r>
              <a:rPr lang="ko-KR" altLang="en-US" sz="1600" dirty="0" smtClean="0"/>
              <a:t>표준 </a:t>
            </a:r>
            <a:r>
              <a:rPr lang="en-US" altLang="ko-KR" sz="1600" dirty="0" err="1" smtClean="0"/>
              <a:t>api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압축 파일을 해제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보통 암호는 </a:t>
            </a:r>
            <a:r>
              <a:rPr lang="en-US" altLang="ko-KR" sz="1600" dirty="0" smtClean="0"/>
              <a:t>818)</a:t>
            </a:r>
            <a:br>
              <a:rPr lang="en-US" altLang="ko-KR" sz="1600" dirty="0" smtClean="0"/>
            </a:br>
            <a:r>
              <a:rPr lang="ko-KR" altLang="en-US" sz="1600" dirty="0" smtClean="0"/>
              <a:t>임시라이센스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정상라이센스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모듈이 생김</a:t>
            </a:r>
            <a:r>
              <a:rPr lang="en-US" altLang="ko-KR" sz="1600" dirty="0" smtClean="0"/>
              <a:t>.</a:t>
            </a:r>
            <a:br>
              <a:rPr lang="en-US" altLang="ko-KR" sz="1600" dirty="0" smtClean="0"/>
            </a:br>
            <a:r>
              <a:rPr lang="ko-KR" altLang="en-US" sz="1600" dirty="0" smtClean="0"/>
              <a:t>임시라이센스는 기간이 </a:t>
            </a:r>
            <a:r>
              <a:rPr lang="en-US" altLang="ko-KR" sz="1600" dirty="0" smtClean="0"/>
              <a:t>3</a:t>
            </a:r>
            <a:r>
              <a:rPr lang="ko-KR" altLang="en-US" sz="1600" dirty="0" smtClean="0"/>
              <a:t>개월이고</a:t>
            </a:r>
            <a:r>
              <a:rPr lang="en-US" altLang="ko-KR" sz="1600" dirty="0"/>
              <a:t> </a:t>
            </a:r>
            <a:r>
              <a:rPr lang="en-US" altLang="ko-KR" sz="1600" dirty="0" err="1" smtClean="0"/>
              <a:t>ip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체크를 하지 않음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그래서 정상라이센스로 설치 작업하는게 나음</a:t>
            </a:r>
            <a:r>
              <a:rPr lang="en-US" altLang="ko-KR" sz="1600" dirty="0" smtClean="0"/>
              <a:t>.</a:t>
            </a:r>
            <a:br>
              <a:rPr lang="en-US" altLang="ko-KR" sz="1600" dirty="0" smtClean="0"/>
            </a:br>
            <a:r>
              <a:rPr lang="ko-KR" altLang="en-US" sz="1600" dirty="0" smtClean="0"/>
              <a:t>정상라이센스 폴더의 </a:t>
            </a:r>
            <a:r>
              <a:rPr lang="en-US" altLang="ko-KR" sz="1600" dirty="0" err="1" smtClean="0"/>
              <a:t>gpkiapi.lic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파일을 </a:t>
            </a:r>
            <a:r>
              <a:rPr lang="en-US" altLang="ko-KR" sz="1600" dirty="0" smtClean="0"/>
              <a:t>relay/</a:t>
            </a:r>
            <a:r>
              <a:rPr lang="en-US" altLang="ko-KR" sz="1600" dirty="0" err="1" smtClean="0"/>
              <a:t>gpki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를 생성하여 위치시킴</a:t>
            </a:r>
            <a:r>
              <a:rPr lang="en-US" altLang="ko-KR" sz="1600" dirty="0" smtClean="0"/>
              <a:t>.</a:t>
            </a:r>
            <a:br>
              <a:rPr lang="en-US" altLang="ko-KR" sz="1600" dirty="0" smtClean="0"/>
            </a:br>
            <a:r>
              <a:rPr lang="en-US" altLang="ko-KR" sz="1600" dirty="0" err="1" smtClean="0"/>
              <a:t>gpki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인증서 파일도 같은 곳에 위치시킴</a:t>
            </a:r>
            <a:r>
              <a:rPr lang="en-US" altLang="ko-KR" sz="1600" dirty="0" smtClean="0"/>
              <a:t>.</a:t>
            </a:r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 smtClean="0"/>
          </a:p>
          <a:p>
            <a:pPr marL="800100" lvl="1" indent="-342900">
              <a:buAutoNum type="arabicPeriod"/>
            </a:pPr>
            <a:endParaRPr lang="en-US" altLang="ko-KR" sz="1600" dirty="0" smtClean="0"/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 smtClean="0"/>
          </a:p>
          <a:p>
            <a:pPr marL="800100" lvl="1" indent="-342900">
              <a:buAutoNum type="arabicPeriod"/>
            </a:pPr>
            <a:endParaRPr lang="en-US" altLang="ko-KR" sz="1600" dirty="0" smtClean="0"/>
          </a:p>
          <a:p>
            <a:pPr marL="800100" lvl="1" indent="-342900">
              <a:buAutoNum type="arabicPeriod"/>
            </a:pPr>
            <a:r>
              <a:rPr lang="en-US" altLang="ko-KR" sz="1600" dirty="0" smtClean="0"/>
              <a:t>gpkiapiV1.4.0.0_Linux_2.6.9-34.26AX_32bit_20170501.tgz </a:t>
            </a:r>
            <a:r>
              <a:rPr lang="ko-KR" altLang="en-US" sz="1600" dirty="0" smtClean="0"/>
              <a:t>를 사용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압축 해제</a:t>
            </a:r>
            <a:endParaRPr lang="en-US" altLang="ko-KR" sz="1600" dirty="0" smtClean="0"/>
          </a:p>
          <a:p>
            <a:pPr marL="800100" lvl="1" indent="-342900">
              <a:buAutoNum type="arabicPeriod"/>
            </a:pPr>
            <a:r>
              <a:rPr lang="ko-KR" altLang="en-US" sz="1600" dirty="0" smtClean="0"/>
              <a:t>압축 해제하여 생성된 폴더 안에 </a:t>
            </a:r>
            <a:r>
              <a:rPr lang="en-US" altLang="ko-KR" sz="1600" dirty="0" err="1" smtClean="0"/>
              <a:t>conf</a:t>
            </a:r>
            <a:r>
              <a:rPr lang="en-US" altLang="ko-KR" sz="1600" dirty="0" smtClean="0"/>
              <a:t>/</a:t>
            </a:r>
            <a:r>
              <a:rPr lang="en-US" altLang="ko-KR" sz="1600" dirty="0" err="1" smtClean="0"/>
              <a:t>gpkiapi.conf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파일을 </a:t>
            </a:r>
            <a:r>
              <a:rPr lang="en-US" altLang="ko-KR" sz="1600" dirty="0" smtClean="0"/>
              <a:t>relay/</a:t>
            </a:r>
            <a:r>
              <a:rPr lang="en-US" altLang="ko-KR" sz="1600" dirty="0" err="1" smtClean="0"/>
              <a:t>config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에 파일과 교체</a:t>
            </a:r>
            <a:endParaRPr lang="en-US" altLang="ko-KR" sz="1600" dirty="0" smtClean="0"/>
          </a:p>
          <a:p>
            <a:pPr marL="800100" lvl="1" indent="-342900">
              <a:buAutoNum type="arabicPeriod"/>
            </a:pPr>
            <a:r>
              <a:rPr lang="ko-KR" altLang="en-US" sz="1600" dirty="0" smtClean="0"/>
              <a:t>압축 해제하여 생성된 폴더 안에 </a:t>
            </a:r>
            <a:r>
              <a:rPr lang="en-US" altLang="ko-KR" sz="1600" dirty="0" smtClean="0"/>
              <a:t>lib/ </a:t>
            </a:r>
            <a:r>
              <a:rPr lang="ko-KR" altLang="en-US" sz="1600" dirty="0" smtClean="0"/>
              <a:t>안에 모든 파일을 </a:t>
            </a:r>
            <a:r>
              <a:rPr lang="en-US" altLang="ko-KR" sz="1600" dirty="0" smtClean="0"/>
              <a:t>relay/lib</a:t>
            </a:r>
            <a:r>
              <a:rPr lang="ko-KR" altLang="en-US" sz="1600" dirty="0" smtClean="0"/>
              <a:t>로 복사</a:t>
            </a:r>
            <a:r>
              <a:rPr lang="en-US" altLang="ko-KR" sz="1600" dirty="0" smtClean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 smtClean="0"/>
              <a:t>32bitso </a:t>
            </a:r>
            <a:r>
              <a:rPr lang="ko-KR" altLang="en-US" sz="1600" dirty="0" smtClean="0"/>
              <a:t>모음을 압축해제하여 </a:t>
            </a:r>
            <a:r>
              <a:rPr lang="en-US" altLang="ko-KR" sz="1600" dirty="0" smtClean="0"/>
              <a:t>relay/lib </a:t>
            </a:r>
            <a:r>
              <a:rPr lang="ko-KR" altLang="en-US" sz="1600" dirty="0" err="1" smtClean="0"/>
              <a:t>폴더안에</a:t>
            </a:r>
            <a:r>
              <a:rPr lang="ko-KR" altLang="en-US" sz="1600" dirty="0" smtClean="0"/>
              <a:t> 위치</a:t>
            </a:r>
            <a:r>
              <a:rPr lang="en-US" altLang="ko-KR" sz="1600" dirty="0" smtClean="0"/>
              <a:t>.</a:t>
            </a:r>
          </a:p>
          <a:p>
            <a:pPr marL="1257300" lvl="2" indent="-342900">
              <a:buAutoNum type="arabicPeriod"/>
            </a:pPr>
            <a:r>
              <a:rPr lang="en-US" altLang="ko-KR" sz="1600" dirty="0" smtClean="0"/>
              <a:t>relay/lib </a:t>
            </a:r>
            <a:r>
              <a:rPr lang="ko-KR" altLang="en-US" sz="1600" dirty="0" smtClean="0"/>
              <a:t>에서 </a:t>
            </a:r>
            <a:r>
              <a:rPr lang="en-US" altLang="ko-KR" sz="1600" dirty="0" err="1" smtClean="0"/>
              <a:t>ldd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gpkiapi_info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ldd</a:t>
            </a:r>
            <a:r>
              <a:rPr lang="en-US" altLang="ko-KR" sz="1600" dirty="0" smtClean="0"/>
              <a:t> libgpkiapi.so, </a:t>
            </a:r>
            <a:r>
              <a:rPr lang="en-US" altLang="ko-KR" sz="1600" dirty="0" err="1" smtClean="0"/>
              <a:t>ldd</a:t>
            </a:r>
            <a:r>
              <a:rPr lang="en-US" altLang="ko-KR" sz="1600" dirty="0"/>
              <a:t> </a:t>
            </a:r>
            <a:r>
              <a:rPr lang="en-US" altLang="ko-KR" sz="1600" dirty="0" smtClean="0"/>
              <a:t>liblber.so, </a:t>
            </a:r>
            <a:r>
              <a:rPr lang="en-US" altLang="ko-KR" sz="1600" dirty="0" err="1" smtClean="0"/>
              <a:t>ldd</a:t>
            </a:r>
            <a:r>
              <a:rPr lang="en-US" altLang="ko-KR" sz="1600" dirty="0" smtClean="0"/>
              <a:t> libldap.so</a:t>
            </a:r>
            <a:r>
              <a:rPr lang="ko-KR" altLang="en-US" sz="1600" dirty="0" smtClean="0"/>
              <a:t>로 의존성을 확인하면서 연결 안된 것은 </a:t>
            </a:r>
            <a:r>
              <a:rPr lang="ko-KR" altLang="en-US" sz="1600" dirty="0" err="1" smtClean="0"/>
              <a:t>연결해줘야하는데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보통 </a:t>
            </a:r>
            <a:r>
              <a:rPr lang="en-US" altLang="ko-KR" sz="1600" dirty="0" smtClean="0"/>
              <a:t>32bitso</a:t>
            </a:r>
            <a:r>
              <a:rPr lang="ko-KR" altLang="en-US" sz="1600" dirty="0" smtClean="0"/>
              <a:t>안에 있으므로 </a:t>
            </a:r>
            <a:r>
              <a:rPr lang="ko-KR" altLang="en-US" sz="1600" dirty="0" err="1" smtClean="0"/>
              <a:t>심볼릭</a:t>
            </a:r>
            <a:r>
              <a:rPr lang="ko-KR" altLang="en-US" sz="1600" dirty="0" smtClean="0"/>
              <a:t> 링크로 필요한 파일을 이름 같게 </a:t>
            </a:r>
            <a:r>
              <a:rPr lang="ko-KR" altLang="en-US" sz="1600" dirty="0" err="1" smtClean="0"/>
              <a:t>위치시켜줌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예는 아래</a:t>
            </a:r>
            <a:endParaRPr lang="en-US" altLang="ko-KR" sz="1600" dirty="0" smtClean="0"/>
          </a:p>
          <a:p>
            <a:pPr marL="1257300" lvl="2" indent="-342900">
              <a:buAutoNum type="arabicPeriod"/>
            </a:pPr>
            <a:r>
              <a:rPr lang="en-US" altLang="ko-KR" sz="1600" dirty="0" smtClean="0"/>
              <a:t>ln -s liblber.so liblber.so.7</a:t>
            </a:r>
          </a:p>
          <a:p>
            <a:pPr marL="1257300" lvl="2" indent="-342900">
              <a:buAutoNum type="arabicPeriod"/>
            </a:pPr>
            <a:r>
              <a:rPr lang="en-US" altLang="ko-KR" sz="1600" dirty="0" smtClean="0"/>
              <a:t>ln -</a:t>
            </a:r>
            <a:r>
              <a:rPr lang="en-US" altLang="ko-KR" sz="1600" dirty="0"/>
              <a:t>s </a:t>
            </a:r>
            <a:r>
              <a:rPr lang="en-US" altLang="ko-KR" sz="1600" dirty="0" smtClean="0"/>
              <a:t>32bitso/libk5crypto.so.3.1 </a:t>
            </a:r>
            <a:r>
              <a:rPr lang="en-US" altLang="ko-KR" sz="1600" dirty="0"/>
              <a:t>libk5crypto.so.3</a:t>
            </a:r>
            <a:endParaRPr lang="en-US" altLang="ko-KR" sz="1600" dirty="0" smtClean="0"/>
          </a:p>
          <a:p>
            <a:pPr marL="800100" lvl="1" indent="-342900">
              <a:buAutoNum type="arabicPeriod"/>
            </a:pPr>
            <a:endParaRPr lang="en-US" altLang="ko-KR" sz="16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267" y="2504866"/>
            <a:ext cx="618172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0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/>
              <a:t>유통서버에서</a:t>
            </a:r>
            <a:endParaRPr lang="en-US" altLang="ko-KR" sz="1600" b="1" dirty="0" smtClean="0"/>
          </a:p>
          <a:p>
            <a:pPr marL="342900" indent="-342900">
              <a:buAutoNum type="arabicPeriod"/>
            </a:pPr>
            <a:r>
              <a:rPr lang="en-US" altLang="ko-KR" sz="1600" dirty="0" smtClean="0"/>
              <a:t>GPKI </a:t>
            </a:r>
            <a:r>
              <a:rPr lang="ko-KR" altLang="en-US" sz="1600" dirty="0" smtClean="0"/>
              <a:t>모듈 설정 방법</a:t>
            </a:r>
            <a:r>
              <a:rPr lang="en-US" altLang="ko-KR" sz="1600" dirty="0" smtClean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sz="1600" dirty="0"/>
              <a:t>○</a:t>
            </a:r>
            <a:r>
              <a:rPr lang="en-US" altLang="ko-KR" sz="1600" dirty="0" smtClean="0"/>
              <a:t>gpkiapiV1.4.0.0_20101002_j.zip </a:t>
            </a:r>
            <a:r>
              <a:rPr lang="ko-KR" altLang="en-US" sz="1600" dirty="0" smtClean="0"/>
              <a:t>파일 해제</a:t>
            </a:r>
            <a:endParaRPr lang="en-US" altLang="ko-KR" sz="1600" dirty="0" smtClean="0"/>
          </a:p>
          <a:p>
            <a:pPr marL="800100" lvl="1" indent="-342900">
              <a:buAutoNum type="arabicPeriod"/>
            </a:pPr>
            <a:r>
              <a:rPr lang="ko-KR" altLang="en-US" sz="1600" dirty="0" err="1" smtClean="0"/>
              <a:t>해제된폴더</a:t>
            </a:r>
            <a:r>
              <a:rPr lang="en-US" altLang="ko-KR" sz="1600" dirty="0"/>
              <a:t>/</a:t>
            </a:r>
            <a:r>
              <a:rPr lang="en-US" altLang="ko-KR" sz="1600" dirty="0" smtClean="0"/>
              <a:t>lib/libgpkiapi_jni.jar </a:t>
            </a:r>
            <a:r>
              <a:rPr lang="ko-KR" altLang="en-US" sz="1600" dirty="0" smtClean="0"/>
              <a:t>을 </a:t>
            </a:r>
            <a:r>
              <a:rPr lang="en-US" altLang="ko-KR" sz="1600" dirty="0" smtClean="0"/>
              <a:t>relay/classes/</a:t>
            </a:r>
            <a:r>
              <a:rPr lang="ko-KR" altLang="en-US" sz="1600" dirty="0" smtClean="0"/>
              <a:t>에  복사</a:t>
            </a:r>
            <a:r>
              <a:rPr lang="en-US" altLang="ko-KR" sz="1600" dirty="0" smtClean="0"/>
              <a:t>.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2663777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그룹웨어서버에서</a:t>
            </a:r>
            <a:endParaRPr lang="en-US" altLang="ko-KR" b="1" dirty="0" smtClean="0"/>
          </a:p>
          <a:p>
            <a:pPr marL="342900" indent="-342900">
              <a:buAutoNum type="arabicPeriod"/>
            </a:pPr>
            <a:r>
              <a:rPr lang="en-US" altLang="ko-KR" sz="1600" dirty="0" err="1" smtClean="0"/>
              <a:t>ezflow</a:t>
            </a:r>
            <a:r>
              <a:rPr lang="ko-KR" altLang="en-US" sz="1600" dirty="0" smtClean="0"/>
              <a:t>의 </a:t>
            </a:r>
            <a:r>
              <a:rPr lang="en-US" altLang="ko-KR" sz="1600" dirty="0" err="1" smtClean="0"/>
              <a:t>config.properties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에</a:t>
            </a:r>
            <a:endParaRPr lang="en-US" altLang="ko-KR" sz="1600" dirty="0" smtClean="0"/>
          </a:p>
          <a:p>
            <a:pPr marL="800100" lvl="1" indent="-342900">
              <a:buAutoNum type="arabicPeriod"/>
            </a:pPr>
            <a:r>
              <a:rPr lang="en-US" altLang="ko-KR" sz="1600" dirty="0" err="1" smtClean="0"/>
              <a:t>relay_root</a:t>
            </a:r>
            <a:r>
              <a:rPr lang="en-US" altLang="ko-KR" sz="1600" dirty="0" smtClean="0"/>
              <a:t> = /home/</a:t>
            </a:r>
            <a:r>
              <a:rPr lang="en-US" altLang="ko-KR" sz="1600" dirty="0" err="1" smtClean="0"/>
              <a:t>jmocha</a:t>
            </a:r>
            <a:r>
              <a:rPr lang="en-US" altLang="ko-KR" sz="1600" dirty="0" smtClean="0"/>
              <a:t>/</a:t>
            </a:r>
            <a:r>
              <a:rPr lang="en-US" altLang="ko-KR" sz="1600" dirty="0" err="1" smtClean="0"/>
              <a:t>ezEKP</a:t>
            </a:r>
            <a:r>
              <a:rPr lang="en-US" altLang="ko-KR" sz="1600" dirty="0" smtClean="0"/>
              <a:t>/</a:t>
            </a:r>
            <a:r>
              <a:rPr lang="en-US" altLang="ko-KR" sz="1600" dirty="0" err="1" smtClean="0"/>
              <a:t>ezFlow</a:t>
            </a:r>
            <a:r>
              <a:rPr lang="en-US" altLang="ko-KR" sz="1600" dirty="0" smtClean="0"/>
              <a:t>/</a:t>
            </a:r>
            <a:r>
              <a:rPr lang="en-US" altLang="ko-KR" sz="1600" dirty="0" err="1" smtClean="0"/>
              <a:t>webapps</a:t>
            </a:r>
            <a:r>
              <a:rPr lang="en-US" altLang="ko-KR" sz="1600" dirty="0" smtClean="0"/>
              <a:t>/ROOT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 smtClean="0"/>
              <a:t>upload_relay.ROOT</a:t>
            </a:r>
            <a:r>
              <a:rPr lang="en-US" altLang="ko-KR" sz="1600" dirty="0" smtClean="0"/>
              <a:t> = /relay</a:t>
            </a:r>
          </a:p>
          <a:p>
            <a:pPr marL="800100" lvl="1" indent="-342900">
              <a:buAutoNum type="arabicPeriod"/>
            </a:pPr>
            <a:r>
              <a:rPr lang="en-US" altLang="ko-KR" sz="1600" dirty="0" err="1" smtClean="0"/>
              <a:t>upload_relay.R_DocPath</a:t>
            </a:r>
            <a:r>
              <a:rPr lang="en-US" altLang="ko-KR" sz="1600" dirty="0" smtClean="0"/>
              <a:t> = /files/</a:t>
            </a:r>
            <a:r>
              <a:rPr lang="en-US" altLang="ko-KR" sz="1600" dirty="0" err="1" smtClean="0"/>
              <a:t>upload_approval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로 설정</a:t>
            </a:r>
            <a:r>
              <a:rPr lang="en-US" altLang="ko-KR" sz="1600" dirty="0" smtClean="0"/>
              <a:t>.</a:t>
            </a:r>
          </a:p>
          <a:p>
            <a:pPr marL="342900" indent="-342900">
              <a:buAutoNum type="arabicPeriod"/>
            </a:pPr>
            <a:r>
              <a:rPr lang="en-US" altLang="ko-KR" sz="1600" dirty="0" err="1" smtClean="0"/>
              <a:t>ezflow</a:t>
            </a:r>
            <a:r>
              <a:rPr lang="ko-KR" altLang="en-US" sz="1600" dirty="0" smtClean="0"/>
              <a:t>가 설치된 서버에서</a:t>
            </a:r>
            <a:endParaRPr lang="en-US" altLang="ko-KR" sz="1600" dirty="0"/>
          </a:p>
          <a:p>
            <a:pPr marL="800100" lvl="1" indent="-342900">
              <a:buAutoNum type="arabicPeriod"/>
            </a:pPr>
            <a:r>
              <a:rPr lang="en-US" altLang="ko-KR" sz="1600" dirty="0" smtClean="0"/>
              <a:t>/home/</a:t>
            </a:r>
            <a:r>
              <a:rPr lang="en-US" altLang="ko-KR" sz="1600" dirty="0" err="1" smtClean="0"/>
              <a:t>jmocha</a:t>
            </a:r>
            <a:r>
              <a:rPr lang="en-US" altLang="ko-KR" sz="1600" dirty="0" smtClean="0"/>
              <a:t>/</a:t>
            </a:r>
            <a:r>
              <a:rPr lang="en-US" altLang="ko-KR" sz="1600" dirty="0" err="1" smtClean="0"/>
              <a:t>ezEKP</a:t>
            </a:r>
            <a:r>
              <a:rPr lang="en-US" altLang="ko-KR" sz="1600" dirty="0" smtClean="0"/>
              <a:t>/</a:t>
            </a:r>
            <a:r>
              <a:rPr lang="en-US" altLang="ko-KR" sz="1600" dirty="0" err="1" smtClean="0"/>
              <a:t>ezFlow</a:t>
            </a:r>
            <a:r>
              <a:rPr lang="en-US" altLang="ko-KR" sz="1600" dirty="0" smtClean="0"/>
              <a:t>/</a:t>
            </a:r>
            <a:r>
              <a:rPr lang="en-US" altLang="ko-KR" sz="1600" dirty="0" err="1" smtClean="0"/>
              <a:t>webapps</a:t>
            </a:r>
            <a:r>
              <a:rPr lang="en-US" altLang="ko-KR" sz="1600" dirty="0" smtClean="0"/>
              <a:t>/ROOT/</a:t>
            </a:r>
            <a:r>
              <a:rPr lang="en-US" altLang="ko-KR" sz="1600" dirty="0" err="1" smtClean="0"/>
              <a:t>fileroot</a:t>
            </a:r>
            <a:r>
              <a:rPr lang="en-US" altLang="ko-KR" sz="1600" dirty="0" smtClean="0"/>
              <a:t>/0/files</a:t>
            </a:r>
            <a:r>
              <a:rPr lang="ko-KR" altLang="en-US" sz="1600" dirty="0" smtClean="0"/>
              <a:t>에 </a:t>
            </a:r>
            <a:r>
              <a:rPr lang="en-US" altLang="ko-KR" sz="1600" dirty="0" smtClean="0"/>
              <a:t>/home/</a:t>
            </a:r>
            <a:r>
              <a:rPr lang="en-US" altLang="ko-KR" sz="1600" dirty="0" err="1" smtClean="0"/>
              <a:t>jmocha</a:t>
            </a:r>
            <a:r>
              <a:rPr lang="en-US" altLang="ko-KR" sz="1600" dirty="0" smtClean="0"/>
              <a:t>/relay</a:t>
            </a:r>
            <a:r>
              <a:rPr lang="ko-KR" altLang="en-US" sz="1600" dirty="0" smtClean="0"/>
              <a:t>를 </a:t>
            </a:r>
            <a:r>
              <a:rPr lang="ko-KR" altLang="en-US" sz="1600" dirty="0" err="1" smtClean="0"/>
              <a:t>심볼릭</a:t>
            </a:r>
            <a:r>
              <a:rPr lang="ko-KR" altLang="en-US" sz="1600" dirty="0" smtClean="0"/>
              <a:t> 링크 생성</a:t>
            </a:r>
            <a:r>
              <a:rPr lang="en-US" altLang="ko-KR" sz="1600" dirty="0" smtClean="0"/>
              <a:t>. (</a:t>
            </a:r>
            <a:r>
              <a:rPr lang="ko-KR" altLang="en-US" sz="1600" dirty="0" err="1" smtClean="0"/>
              <a:t>유통서버와</a:t>
            </a:r>
            <a:r>
              <a:rPr lang="ko-KR" altLang="en-US" sz="1600" dirty="0" smtClean="0"/>
              <a:t> </a:t>
            </a:r>
            <a:r>
              <a:rPr lang="en-US" altLang="ko-KR" sz="1600" dirty="0" err="1" smtClean="0"/>
              <a:t>ezFlow</a:t>
            </a:r>
            <a:r>
              <a:rPr lang="ko-KR" altLang="en-US" sz="1600" dirty="0" smtClean="0"/>
              <a:t>서버가 분리되어 있을 경우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마운트한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relay</a:t>
            </a:r>
            <a:r>
              <a:rPr lang="ko-KR" altLang="en-US" sz="1600" dirty="0" smtClean="0"/>
              <a:t>에는 </a:t>
            </a:r>
            <a:r>
              <a:rPr lang="en-US" altLang="ko-KR" sz="1600" dirty="0" smtClean="0"/>
              <a:t>data</a:t>
            </a:r>
            <a:r>
              <a:rPr lang="ko-KR" altLang="en-US" sz="1600" dirty="0" smtClean="0"/>
              <a:t>와 </a:t>
            </a:r>
            <a:r>
              <a:rPr lang="en-US" altLang="ko-KR" sz="1600" dirty="0" err="1" smtClean="0"/>
              <a:t>dtd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폴더가 있어야함</a:t>
            </a:r>
            <a:r>
              <a:rPr lang="en-US" altLang="ko-KR" sz="1600" dirty="0" smtClean="0"/>
              <a:t>. data</a:t>
            </a:r>
            <a:r>
              <a:rPr lang="ko-KR" altLang="en-US" sz="1600" dirty="0" smtClean="0"/>
              <a:t>만 </a:t>
            </a:r>
            <a:r>
              <a:rPr lang="ko-KR" altLang="en-US" sz="1600" dirty="0" err="1" smtClean="0"/>
              <a:t>마운트하고</a:t>
            </a:r>
            <a:r>
              <a:rPr lang="ko-KR" altLang="en-US" sz="1600" dirty="0" smtClean="0"/>
              <a:t> </a:t>
            </a:r>
            <a:r>
              <a:rPr lang="en-US" altLang="ko-KR" sz="1600" dirty="0" err="1" smtClean="0"/>
              <a:t>dtd</a:t>
            </a:r>
            <a:r>
              <a:rPr lang="ko-KR" altLang="en-US" sz="1600" dirty="0" smtClean="0"/>
              <a:t>는 별도로 복사해줘도 동작함</a:t>
            </a:r>
            <a:r>
              <a:rPr lang="en-US" altLang="ko-KR" sz="1600" dirty="0" smtClean="0"/>
              <a:t>.)</a:t>
            </a:r>
          </a:p>
          <a:p>
            <a:pPr marL="800100" lvl="1" indent="-342900">
              <a:buAutoNum type="arabicPeriod"/>
            </a:pPr>
            <a:r>
              <a:rPr lang="en-US" altLang="ko-KR" sz="1600" dirty="0" smtClean="0"/>
              <a:t>/home/</a:t>
            </a:r>
            <a:r>
              <a:rPr lang="en-US" altLang="ko-KR" sz="1600" dirty="0" err="1" smtClean="0"/>
              <a:t>jmocha</a:t>
            </a:r>
            <a:r>
              <a:rPr lang="en-US" altLang="ko-KR" sz="1600" dirty="0" smtClean="0"/>
              <a:t>/</a:t>
            </a:r>
            <a:r>
              <a:rPr lang="en-US" altLang="ko-KR" sz="1600" dirty="0" err="1" smtClean="0"/>
              <a:t>ezEKP</a:t>
            </a:r>
            <a:r>
              <a:rPr lang="en-US" altLang="ko-KR" sz="1600" dirty="0" smtClean="0"/>
              <a:t>/</a:t>
            </a:r>
            <a:r>
              <a:rPr lang="en-US" altLang="ko-KR" sz="1600" dirty="0" err="1" smtClean="0"/>
              <a:t>ezFlow</a:t>
            </a:r>
            <a:r>
              <a:rPr lang="en-US" altLang="ko-KR" sz="1600" dirty="0" smtClean="0"/>
              <a:t>/</a:t>
            </a:r>
            <a:r>
              <a:rPr lang="en-US" altLang="ko-KR" sz="1600" dirty="0" err="1" smtClean="0"/>
              <a:t>webapps</a:t>
            </a:r>
            <a:r>
              <a:rPr lang="en-US" altLang="ko-KR" sz="1600" dirty="0" smtClean="0"/>
              <a:t>/ROOT/</a:t>
            </a:r>
            <a:r>
              <a:rPr lang="en-US" altLang="ko-KR" sz="1600" dirty="0" err="1" smtClean="0"/>
              <a:t>fileroot</a:t>
            </a:r>
            <a:r>
              <a:rPr lang="en-US" altLang="ko-KR" sz="1600" dirty="0" smtClean="0"/>
              <a:t>/0/files/</a:t>
            </a:r>
            <a:r>
              <a:rPr lang="en-US" altLang="ko-KR" sz="1600" dirty="0" err="1" smtClean="0"/>
              <a:t>upload_approval</a:t>
            </a:r>
            <a:r>
              <a:rPr lang="en-US" altLang="ko-KR" sz="1600" dirty="0" smtClean="0"/>
              <a:t>/ </a:t>
            </a:r>
            <a:r>
              <a:rPr lang="ko-KR" altLang="en-US" sz="1600" dirty="0" smtClean="0"/>
              <a:t>에 </a:t>
            </a:r>
            <a:r>
              <a:rPr lang="en-US" altLang="ko-KR" sz="1600" dirty="0" err="1" smtClean="0"/>
              <a:t>exPack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관련 폴더들을 </a:t>
            </a:r>
            <a:r>
              <a:rPr lang="ko-KR" altLang="en-US" sz="1600" dirty="0" err="1" smtClean="0"/>
              <a:t>위치시켜야함</a:t>
            </a:r>
            <a:r>
              <a:rPr lang="en-US" altLang="ko-KR" sz="1600" dirty="0" smtClean="0"/>
              <a:t>.</a:t>
            </a:r>
          </a:p>
          <a:p>
            <a:pPr marL="800100" lvl="1" indent="-342900">
              <a:buAutoNum type="arabicPeriod"/>
            </a:pPr>
            <a:r>
              <a:rPr lang="ko-KR" altLang="en-US" sz="1600" dirty="0" smtClean="0"/>
              <a:t>한글기안기로 발송할 경우</a:t>
            </a:r>
            <a:r>
              <a:rPr lang="en-US" altLang="ko-KR" sz="1600" dirty="0" smtClean="0"/>
              <a:t>, ROOT/files/</a:t>
            </a:r>
            <a:r>
              <a:rPr lang="en-US" altLang="ko-KR" sz="1600" dirty="0" err="1" smtClean="0"/>
              <a:t>upload_approvalgG</a:t>
            </a:r>
            <a:r>
              <a:rPr lang="en-US" altLang="ko-KR" sz="1600" dirty="0" smtClean="0"/>
              <a:t>/ </a:t>
            </a:r>
            <a:r>
              <a:rPr lang="ko-KR" altLang="en-US" sz="1600" dirty="0" smtClean="0"/>
              <a:t>에 </a:t>
            </a:r>
            <a:r>
              <a:rPr lang="ko-KR" altLang="en-US" sz="1600" dirty="0" err="1" smtClean="0"/>
              <a:t>로고파일과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심볼파일을</a:t>
            </a:r>
            <a:r>
              <a:rPr lang="ko-KR" altLang="en-US" sz="1600" dirty="0" smtClean="0"/>
              <a:t> 위치시켜주고</a:t>
            </a:r>
            <a:r>
              <a:rPr lang="en-US" altLang="ko-KR" sz="1600" dirty="0" smtClean="0"/>
              <a:t>, ezSimsaG_HWP.js </a:t>
            </a:r>
            <a:r>
              <a:rPr lang="ko-KR" altLang="en-US" sz="1600" dirty="0" smtClean="0"/>
              <a:t>에서 </a:t>
            </a:r>
            <a:r>
              <a:rPr lang="en-US" altLang="ko-KR" sz="1600" dirty="0" err="1" smtClean="0"/>
              <a:t>makeXML</a:t>
            </a:r>
            <a:r>
              <a:rPr lang="en-US" altLang="ko-KR" sz="1600" dirty="0" smtClean="0"/>
              <a:t> </a:t>
            </a:r>
            <a:r>
              <a:rPr lang="ko-KR" altLang="en-US" sz="1600" dirty="0" err="1" smtClean="0"/>
              <a:t>함수내용</a:t>
            </a:r>
            <a:r>
              <a:rPr lang="ko-KR" altLang="en-US" sz="1600" dirty="0" smtClean="0"/>
              <a:t> 중 </a:t>
            </a:r>
            <a:r>
              <a:rPr lang="en-US" altLang="ko-KR" sz="1600" dirty="0" smtClean="0"/>
              <a:t>logo, </a:t>
            </a:r>
            <a:r>
              <a:rPr lang="en-US" altLang="ko-KR" sz="1600" dirty="0" err="1" smtClean="0"/>
              <a:t>simbol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처리 부분에서 </a:t>
            </a:r>
            <a:r>
              <a:rPr lang="en-US" altLang="ko-KR" sz="1600" dirty="0" err="1" smtClean="0"/>
              <a:t>setDocumentElement</a:t>
            </a:r>
            <a:r>
              <a:rPr lang="ko-KR" altLang="en-US" sz="1600" dirty="0" smtClean="0"/>
              <a:t>의 파일명을 실제 로고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심볼 파일과 맞춰준다</a:t>
            </a:r>
            <a:r>
              <a:rPr lang="en-US" altLang="ko-KR" sz="1600" dirty="0" smtClean="0"/>
              <a:t>.</a:t>
            </a:r>
          </a:p>
          <a:p>
            <a:pPr marL="800100" lvl="1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 smtClean="0"/>
              <a:t>relay/</a:t>
            </a:r>
            <a:r>
              <a:rPr lang="en-US" altLang="ko-KR" sz="1600" dirty="0" err="1" smtClean="0"/>
              <a:t>dtd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에 </a:t>
            </a:r>
            <a:r>
              <a:rPr lang="en-US" altLang="ko-KR" sz="1600" dirty="0" smtClean="0"/>
              <a:t>sample.xml</a:t>
            </a:r>
            <a:r>
              <a:rPr lang="ko-KR" altLang="en-US" sz="1600" dirty="0" smtClean="0"/>
              <a:t>을 백업하고 빈 껍데기 </a:t>
            </a:r>
            <a:r>
              <a:rPr lang="en-US" altLang="ko-KR" sz="1600" dirty="0" smtClean="0"/>
              <a:t>sample.xml</a:t>
            </a:r>
            <a:r>
              <a:rPr lang="ko-KR" altLang="en-US" sz="1600" dirty="0" smtClean="0"/>
              <a:t>로 교체</a:t>
            </a:r>
            <a:r>
              <a:rPr lang="en-US" altLang="ko-KR" sz="1600" dirty="0"/>
              <a:t>. </a:t>
            </a:r>
            <a:r>
              <a:rPr lang="en-US" altLang="ko-KR" sz="1600" dirty="0" smtClean="0"/>
              <a:t>send-</a:t>
            </a:r>
            <a:r>
              <a:rPr lang="en-US" altLang="ko-KR" sz="1600" dirty="0" err="1" smtClean="0"/>
              <a:t>orgcode</a:t>
            </a:r>
            <a:r>
              <a:rPr lang="ko-KR" altLang="en-US" sz="1600" dirty="0" smtClean="0"/>
              <a:t>가 없으면 </a:t>
            </a:r>
            <a:r>
              <a:rPr lang="ko-KR" altLang="en-US" sz="1600" dirty="0" err="1" smtClean="0"/>
              <a:t>에러남</a:t>
            </a:r>
            <a:r>
              <a:rPr lang="en-US" altLang="ko-KR" sz="1600" dirty="0" smtClean="0"/>
              <a:t>.</a:t>
            </a:r>
          </a:p>
          <a:p>
            <a:pPr marL="800100" lvl="1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46638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80110" y="640080"/>
            <a:ext cx="104698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err="1" smtClean="0"/>
              <a:t>tenant_config</a:t>
            </a:r>
            <a:r>
              <a:rPr lang="en-US" altLang="ko-KR" sz="3200" dirty="0" smtClean="0"/>
              <a:t> </a:t>
            </a:r>
            <a:r>
              <a:rPr lang="ko-KR" altLang="en-US" sz="3200" dirty="0" smtClean="0"/>
              <a:t>설정</a:t>
            </a:r>
            <a:r>
              <a:rPr lang="en-US" altLang="ko-KR" sz="3200" dirty="0" smtClean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dirty="0" err="1" smtClean="0"/>
              <a:t>tbl_codelist</a:t>
            </a:r>
            <a:r>
              <a:rPr lang="ko-KR" altLang="en-US" dirty="0" smtClean="0"/>
              <a:t>에서 </a:t>
            </a:r>
            <a:r>
              <a:rPr lang="ko-KR" altLang="en-US" dirty="0" err="1" smtClean="0"/>
              <a:t>유통양식</a:t>
            </a:r>
            <a:r>
              <a:rPr lang="ko-KR" altLang="en-US" dirty="0" smtClean="0"/>
              <a:t> 경로</a:t>
            </a:r>
            <a:r>
              <a:rPr lang="en-US" altLang="ko-KR" dirty="0" smtClean="0"/>
              <a:t>(A36, 003)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웹기안기</a:t>
            </a:r>
            <a:r>
              <a:rPr lang="en-US" altLang="ko-KR" dirty="0" smtClean="0"/>
              <a:t>/</a:t>
            </a:r>
            <a:r>
              <a:rPr lang="ko-KR" altLang="en-US" dirty="0" smtClean="0"/>
              <a:t>한글기안기에 맞게 양식 경로 설정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/>
            <a:r>
              <a:rPr lang="en-US" altLang="ko-KR" dirty="0" smtClean="0"/>
              <a:t>ex) </a:t>
            </a:r>
            <a:r>
              <a:rPr lang="en-US" altLang="ko-KR" dirty="0" err="1" smtClean="0"/>
              <a:t>hwp</a:t>
            </a:r>
            <a:r>
              <a:rPr lang="en-US" altLang="ko-KR" dirty="0" smtClean="0"/>
              <a:t> = /files/</a:t>
            </a:r>
            <a:r>
              <a:rPr lang="en-US" altLang="ko-KR" dirty="0" err="1" smtClean="0"/>
              <a:t>upload_approvalG</a:t>
            </a:r>
            <a:r>
              <a:rPr lang="en-US" altLang="ko-KR" dirty="0" smtClean="0"/>
              <a:t>/form/relay001.hwp</a:t>
            </a:r>
          </a:p>
          <a:p>
            <a:pPr lvl="1"/>
            <a:r>
              <a:rPr lang="en-US" altLang="ko-KR" dirty="0" smtClean="0"/>
              <a:t>     </a:t>
            </a:r>
            <a:r>
              <a:rPr lang="en-US" altLang="ko-KR" dirty="0" err="1" smtClean="0"/>
              <a:t>mht</a:t>
            </a:r>
            <a:r>
              <a:rPr lang="en-US" altLang="ko-KR" dirty="0" smtClean="0"/>
              <a:t> = /files/</a:t>
            </a:r>
            <a:r>
              <a:rPr lang="en-US" altLang="ko-KR" dirty="0" err="1" smtClean="0"/>
              <a:t>upload_approvalG</a:t>
            </a:r>
            <a:r>
              <a:rPr lang="en-US" altLang="ko-KR" dirty="0" smtClean="0"/>
              <a:t>/form/2016000001.mht</a:t>
            </a:r>
          </a:p>
          <a:p>
            <a:pPr lvl="1"/>
            <a:endParaRPr lang="en-US" altLang="ko-KR" dirty="0" smtClean="0"/>
          </a:p>
          <a:p>
            <a:pPr marL="800100" lvl="1" indent="-342900">
              <a:buAutoNum type="arabicPeriod" startAt="2"/>
            </a:pPr>
            <a:r>
              <a:rPr lang="en-US" altLang="ko-KR" dirty="0" err="1" smtClean="0"/>
              <a:t>UserInfo_RelayG_Type</a:t>
            </a:r>
            <a:r>
              <a:rPr lang="en-US" altLang="ko-KR" dirty="0" smtClean="0"/>
              <a:t> </a:t>
            </a:r>
            <a:r>
              <a:rPr lang="en-US" altLang="ko-KR" dirty="0"/>
              <a:t>= </a:t>
            </a:r>
            <a:r>
              <a:rPr lang="en-US" altLang="ko-KR" dirty="0" smtClean="0"/>
              <a:t>HWP</a:t>
            </a:r>
          </a:p>
          <a:p>
            <a:pPr marL="800100" lvl="1" indent="-342900">
              <a:buAutoNum type="arabicPeriod" startAt="2"/>
            </a:pPr>
            <a:r>
              <a:rPr lang="en-US" altLang="ko-KR" dirty="0" err="1" smtClean="0"/>
              <a:t>config.Run_RelayScheduler</a:t>
            </a:r>
            <a:r>
              <a:rPr lang="en-US" altLang="ko-KR" dirty="0" smtClean="0"/>
              <a:t> = 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0110" y="3318510"/>
            <a:ext cx="104698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 smtClean="0"/>
              <a:t>그룹웨어</a:t>
            </a:r>
            <a:r>
              <a:rPr lang="en-US" altLang="ko-KR" sz="3200" dirty="0" smtClean="0"/>
              <a:t> </a:t>
            </a:r>
            <a:r>
              <a:rPr lang="ko-KR" altLang="en-US" sz="3200" dirty="0" smtClean="0"/>
              <a:t>설정</a:t>
            </a:r>
            <a:r>
              <a:rPr lang="en-US" altLang="ko-KR" sz="3200" dirty="0" smtClean="0"/>
              <a:t>.</a:t>
            </a:r>
          </a:p>
          <a:p>
            <a:pPr marL="800100" lvl="1" indent="-342900">
              <a:buAutoNum type="arabicPeriod"/>
            </a:pPr>
            <a:r>
              <a:rPr lang="ko-KR" altLang="en-US" dirty="0" smtClean="0"/>
              <a:t>관리자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조직도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외부문서를</a:t>
            </a:r>
            <a:r>
              <a:rPr lang="ko-KR" altLang="en-US" dirty="0" smtClean="0"/>
              <a:t> 수신할 부서에 </a:t>
            </a:r>
            <a:r>
              <a:rPr lang="ko-KR" altLang="en-US" dirty="0" err="1" smtClean="0"/>
              <a:t>기관코드를</a:t>
            </a:r>
            <a:r>
              <a:rPr lang="ko-KR" altLang="en-US" dirty="0" smtClean="0"/>
              <a:t> 입력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541571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80110" y="640080"/>
            <a:ext cx="1046988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err="1" smtClean="0"/>
              <a:t>config.properties</a:t>
            </a:r>
            <a:r>
              <a:rPr lang="en-US" altLang="ko-KR" sz="3200" dirty="0" smtClean="0"/>
              <a:t> </a:t>
            </a:r>
            <a:r>
              <a:rPr lang="ko-KR" altLang="en-US" sz="3200" dirty="0" smtClean="0"/>
              <a:t>설정</a:t>
            </a:r>
            <a:r>
              <a:rPr lang="en-US" altLang="ko-KR" sz="3200" dirty="0" smtClean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dirty="0" err="1" smtClean="0"/>
              <a:t>config.</a:t>
            </a:r>
            <a:r>
              <a:rPr lang="en-US" altLang="ko-KR" dirty="0" err="1" smtClean="0"/>
              <a:t>companyNum</a:t>
            </a:r>
            <a:r>
              <a:rPr lang="en-US" altLang="ko-KR" dirty="0" smtClean="0"/>
              <a:t> </a:t>
            </a:r>
            <a:r>
              <a:rPr lang="ko-KR" altLang="en-US" dirty="0" smtClean="0"/>
              <a:t>에 </a:t>
            </a:r>
            <a:r>
              <a:rPr lang="ko-KR" altLang="en-US" dirty="0" err="1" smtClean="0"/>
              <a:t>기관코드</a:t>
            </a:r>
            <a:r>
              <a:rPr lang="ko-KR" altLang="en-US" dirty="0" smtClean="0"/>
              <a:t> 입력</a:t>
            </a:r>
            <a:r>
              <a:rPr lang="en-US" altLang="ko-KR" dirty="0" smtClean="0"/>
              <a:t>.</a:t>
            </a:r>
          </a:p>
          <a:p>
            <a:pPr marL="800100" lvl="1" indent="-342900">
              <a:buAutoNum type="arabicPeriod"/>
            </a:pPr>
            <a:r>
              <a:rPr lang="en-US" altLang="ko-KR" dirty="0" err="1" smtClean="0"/>
              <a:t>relay_root</a:t>
            </a:r>
            <a:r>
              <a:rPr lang="ko-KR" altLang="en-US" dirty="0" smtClean="0"/>
              <a:t>만 </a:t>
            </a:r>
            <a:r>
              <a:rPr lang="en-US" altLang="ko-KR" dirty="0" smtClean="0"/>
              <a:t>/home/</a:t>
            </a:r>
            <a:r>
              <a:rPr lang="en-US" altLang="ko-KR" dirty="0" err="1" smtClean="0"/>
              <a:t>jmocha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ezEKP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ezFlow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webapps</a:t>
            </a:r>
            <a:r>
              <a:rPr lang="en-US" altLang="ko-KR" dirty="0" smtClean="0"/>
              <a:t>/ROOT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로 수정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2094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48690" y="651510"/>
            <a:ext cx="1046988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NFS </a:t>
            </a:r>
            <a:r>
              <a:rPr lang="ko-KR" altLang="en-US" dirty="0" smtClean="0"/>
              <a:t>설정방법</a:t>
            </a:r>
            <a:endParaRPr lang="en-US" altLang="ko-KR" dirty="0" smtClean="0"/>
          </a:p>
          <a:p>
            <a:r>
              <a:rPr lang="en-US" altLang="ko-KR" sz="1200" dirty="0"/>
              <a:t>NFS </a:t>
            </a:r>
            <a:r>
              <a:rPr lang="ko-KR" altLang="en-US" sz="1200" dirty="0" err="1"/>
              <a:t>마운트하기</a:t>
            </a:r>
            <a:r>
              <a:rPr lang="ko-KR" altLang="en-US" sz="1200" dirty="0"/>
              <a:t> 위한 방화벽</a:t>
            </a:r>
            <a:r>
              <a:rPr lang="en-US" altLang="ko-KR" sz="1200" dirty="0"/>
              <a:t>, </a:t>
            </a:r>
            <a:r>
              <a:rPr lang="ko-KR" altLang="en-US" sz="1200" dirty="0"/>
              <a:t>경로 확인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그룹웨어에서 </a:t>
            </a:r>
            <a:r>
              <a:rPr lang="en-US" altLang="ko-KR" sz="1200" dirty="0"/>
              <a:t>telnet</a:t>
            </a:r>
            <a:r>
              <a:rPr lang="ko-KR" altLang="en-US" sz="1200" dirty="0" smtClean="0"/>
              <a:t>으로 </a:t>
            </a:r>
            <a:r>
              <a:rPr lang="en-US" altLang="ko-KR" sz="1200" dirty="0" smtClean="0"/>
              <a:t>111</a:t>
            </a:r>
            <a:r>
              <a:rPr lang="en-US" altLang="ko-KR" sz="1200" dirty="0"/>
              <a:t>, 2049, 20048 </a:t>
            </a:r>
            <a:r>
              <a:rPr lang="ko-KR" altLang="en-US" sz="1200" dirty="0"/>
              <a:t>포트 개방 확인</a:t>
            </a:r>
          </a:p>
          <a:p>
            <a:r>
              <a:rPr lang="ko-KR" altLang="en-US" sz="1200" dirty="0" err="1"/>
              <a:t>닫혀있으면</a:t>
            </a:r>
            <a:r>
              <a:rPr lang="en-US" altLang="ko-KR" sz="1200" dirty="0"/>
              <a:t>, source </a:t>
            </a:r>
            <a:r>
              <a:rPr lang="ko-KR" altLang="en-US" sz="1200" dirty="0"/>
              <a:t>그룹웨어 </a:t>
            </a:r>
            <a:r>
              <a:rPr lang="en-US" altLang="ko-KR" sz="1200" dirty="0" smtClean="0"/>
              <a:t>destination </a:t>
            </a:r>
            <a:r>
              <a:rPr lang="ko-KR" altLang="en-US" sz="1200" dirty="0"/>
              <a:t>문서유통으로 </a:t>
            </a:r>
            <a:r>
              <a:rPr lang="ko-KR" altLang="en-US" sz="1200" dirty="0" err="1"/>
              <a:t>해당포트</a:t>
            </a:r>
            <a:r>
              <a:rPr lang="ko-KR" altLang="en-US" sz="1200" dirty="0"/>
              <a:t> 개방 요청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rpm -</a:t>
            </a:r>
            <a:r>
              <a:rPr lang="en-US" altLang="ko-KR" sz="1200" dirty="0" err="1"/>
              <a:t>qa</a:t>
            </a:r>
            <a:r>
              <a:rPr lang="en-US" altLang="ko-KR" sz="1200" dirty="0"/>
              <a:t> </a:t>
            </a:r>
            <a:r>
              <a:rPr lang="en-US" altLang="ko-KR" sz="1200" dirty="0" err="1"/>
              <a:t>nfs-utils</a:t>
            </a:r>
            <a:r>
              <a:rPr lang="en-US" altLang="ko-KR" sz="1200" dirty="0"/>
              <a:t> </a:t>
            </a:r>
            <a:r>
              <a:rPr lang="ko-KR" altLang="en-US" sz="1200" dirty="0"/>
              <a:t>로 </a:t>
            </a:r>
            <a:r>
              <a:rPr lang="ko-KR" altLang="en-US" sz="1200" dirty="0" err="1"/>
              <a:t>설치유무</a:t>
            </a:r>
            <a:r>
              <a:rPr lang="ko-KR" altLang="en-US" sz="1200" dirty="0"/>
              <a:t> 검색</a:t>
            </a:r>
          </a:p>
          <a:p>
            <a:r>
              <a:rPr lang="ko-KR" altLang="en-US" sz="1200" dirty="0"/>
              <a:t>설치가 안되어 있으면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yum install -y </a:t>
            </a:r>
            <a:r>
              <a:rPr lang="en-US" altLang="ko-KR" sz="1200" dirty="0" err="1"/>
              <a:t>nfs-utils</a:t>
            </a:r>
            <a:r>
              <a:rPr lang="en-US" altLang="ko-KR" sz="1200" dirty="0"/>
              <a:t> </a:t>
            </a:r>
            <a:r>
              <a:rPr lang="ko-KR" altLang="en-US" sz="1200" dirty="0"/>
              <a:t>로 설치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/</a:t>
            </a:r>
            <a:r>
              <a:rPr lang="en-US" altLang="ko-KR" sz="1200" dirty="0" err="1"/>
              <a:t>etc</a:t>
            </a:r>
            <a:r>
              <a:rPr lang="en-US" altLang="ko-KR" sz="1200" dirty="0"/>
              <a:t>/exports </a:t>
            </a:r>
            <a:r>
              <a:rPr lang="ko-KR" altLang="en-US" sz="1200" dirty="0"/>
              <a:t>를 편집하여 </a:t>
            </a:r>
            <a:r>
              <a:rPr lang="ko-KR" altLang="en-US" sz="1200" dirty="0" err="1"/>
              <a:t>옵션설정</a:t>
            </a:r>
            <a:endParaRPr lang="ko-KR" altLang="en-US" sz="1200" dirty="0"/>
          </a:p>
          <a:p>
            <a:r>
              <a:rPr lang="en-US" altLang="ko-KR" sz="1200" dirty="0"/>
              <a:t>ex) /home/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/relay 10.4.204.*(</a:t>
            </a:r>
            <a:r>
              <a:rPr lang="en-US" altLang="ko-KR" sz="1200" dirty="0" err="1" smtClean="0"/>
              <a:t>rw,sync,fsid</a:t>
            </a:r>
            <a:r>
              <a:rPr lang="en-US" altLang="ko-KR" sz="1200" dirty="0" smtClean="0"/>
              <a:t>=0)</a:t>
            </a:r>
            <a:endParaRPr lang="en-US" altLang="ko-KR" sz="1200" dirty="0"/>
          </a:p>
          <a:p>
            <a:r>
              <a:rPr lang="en-US" altLang="ko-KR" sz="1200" dirty="0" err="1"/>
              <a:t>exportfs</a:t>
            </a:r>
            <a:r>
              <a:rPr lang="en-US" altLang="ko-KR" sz="1200" dirty="0"/>
              <a:t> -v </a:t>
            </a:r>
            <a:r>
              <a:rPr lang="ko-KR" altLang="en-US" sz="1200" dirty="0"/>
              <a:t>로 마운트 현황 확인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 err="1"/>
              <a:t>exportfs</a:t>
            </a:r>
            <a:r>
              <a:rPr lang="en-US" altLang="ko-KR" sz="1200" dirty="0"/>
              <a:t> -r </a:t>
            </a:r>
            <a:r>
              <a:rPr lang="ko-KR" altLang="en-US" sz="1200" dirty="0"/>
              <a:t>로 </a:t>
            </a:r>
            <a:r>
              <a:rPr lang="ko-KR" altLang="en-US" sz="1200" dirty="0" smtClean="0"/>
              <a:t>갱신해야 </a:t>
            </a:r>
            <a:r>
              <a:rPr lang="en-US" altLang="ko-KR" sz="1200" dirty="0" smtClean="0"/>
              <a:t>exports </a:t>
            </a:r>
            <a:r>
              <a:rPr lang="ko-KR" altLang="en-US" sz="1200" dirty="0" smtClean="0"/>
              <a:t>파일 수정 내용이 반영됨</a:t>
            </a:r>
            <a:r>
              <a:rPr lang="en-US" altLang="ko-KR" sz="1200" dirty="0" smtClean="0"/>
              <a:t>.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그룹웨어 서버에서</a:t>
            </a:r>
          </a:p>
          <a:p>
            <a:r>
              <a:rPr lang="en-US" altLang="ko-KR" sz="1200" dirty="0"/>
              <a:t>/</a:t>
            </a:r>
            <a:r>
              <a:rPr lang="en-US" altLang="ko-KR" sz="1200" dirty="0" err="1"/>
              <a:t>etc</a:t>
            </a:r>
            <a:r>
              <a:rPr lang="en-US" altLang="ko-KR" sz="1200" dirty="0"/>
              <a:t>/</a:t>
            </a:r>
            <a:r>
              <a:rPr lang="en-US" altLang="ko-KR" sz="1200" dirty="0" err="1"/>
              <a:t>fstab</a:t>
            </a:r>
            <a:r>
              <a:rPr lang="ko-KR" altLang="en-US" sz="1200" dirty="0"/>
              <a:t>에 마운트 위치 작성</a:t>
            </a:r>
          </a:p>
          <a:p>
            <a:r>
              <a:rPr lang="en-US" altLang="ko-KR" sz="1200" dirty="0"/>
              <a:t>ex) 172.16.1.5:/home/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/relay	/home/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/relay	</a:t>
            </a:r>
            <a:r>
              <a:rPr lang="en-US" altLang="ko-KR" sz="1200" dirty="0" err="1"/>
              <a:t>nfs</a:t>
            </a:r>
            <a:r>
              <a:rPr lang="en-US" altLang="ko-KR" sz="1200" dirty="0"/>
              <a:t>	defaults	0 0</a:t>
            </a:r>
          </a:p>
          <a:p>
            <a:r>
              <a:rPr lang="en-US" altLang="ko-KR" sz="1200" dirty="0" err="1"/>
              <a:t>fstab</a:t>
            </a:r>
            <a:r>
              <a:rPr lang="en-US" altLang="ko-KR" sz="1200" dirty="0"/>
              <a:t> </a:t>
            </a:r>
            <a:r>
              <a:rPr lang="ko-KR" altLang="en-US" sz="1200" dirty="0"/>
              <a:t>작성 후</a:t>
            </a:r>
            <a:r>
              <a:rPr lang="en-US" altLang="ko-KR" sz="1200" dirty="0"/>
              <a:t>,</a:t>
            </a:r>
          </a:p>
          <a:p>
            <a:r>
              <a:rPr lang="en-US" altLang="ko-KR" sz="1200" dirty="0"/>
              <a:t>mount -t 172.16.1.5:/home/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/relay </a:t>
            </a:r>
            <a:r>
              <a:rPr lang="ko-KR" altLang="en-US" sz="1200" dirty="0"/>
              <a:t>를 하면 해당 경로를 찾아서 </a:t>
            </a:r>
            <a:r>
              <a:rPr lang="en-US" altLang="ko-KR" sz="1200" dirty="0"/>
              <a:t>/home/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/relay</a:t>
            </a:r>
            <a:r>
              <a:rPr lang="ko-KR" altLang="en-US" sz="1200" dirty="0"/>
              <a:t>에 마운트 됨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 err="1"/>
              <a:t>showmount</a:t>
            </a:r>
            <a:r>
              <a:rPr lang="en-US" altLang="ko-KR" sz="1200" dirty="0"/>
              <a:t> -e </a:t>
            </a:r>
            <a:r>
              <a:rPr lang="ko-KR" altLang="en-US" sz="1200" dirty="0"/>
              <a:t>로 마운트 유무를 확인할 수 있는데 </a:t>
            </a:r>
            <a:r>
              <a:rPr lang="en-US" altLang="ko-KR" sz="1200" dirty="0" err="1"/>
              <a:t>showmount</a:t>
            </a:r>
            <a:r>
              <a:rPr lang="ko-KR" altLang="en-US" sz="1200" dirty="0"/>
              <a:t>는 접근이 안돼도 마운트는 되기도 하므로 마운트 시도를 해봄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마운트 후 위에 </a:t>
            </a:r>
            <a:r>
              <a:rPr lang="en-US" altLang="ko-KR" sz="1200" dirty="0" err="1"/>
              <a:t>no_root_squash</a:t>
            </a:r>
            <a:r>
              <a:rPr lang="en-US" altLang="ko-KR" sz="1200" dirty="0"/>
              <a:t> </a:t>
            </a:r>
            <a:r>
              <a:rPr lang="ko-KR" altLang="en-US" sz="1200" dirty="0"/>
              <a:t>옵션이 없다면 접근은 못하는데</a:t>
            </a:r>
            <a:r>
              <a:rPr lang="en-US" altLang="ko-KR" sz="1200" dirty="0"/>
              <a:t>,</a:t>
            </a:r>
          </a:p>
          <a:p>
            <a:r>
              <a:rPr lang="ko-KR" altLang="en-US" sz="1200" dirty="0"/>
              <a:t>이때</a:t>
            </a:r>
            <a:r>
              <a:rPr lang="en-US" altLang="ko-KR" sz="1200" dirty="0"/>
              <a:t>, /</a:t>
            </a:r>
            <a:r>
              <a:rPr lang="en-US" altLang="ko-KR" sz="1200" dirty="0" err="1"/>
              <a:t>etc</a:t>
            </a:r>
            <a:r>
              <a:rPr lang="en-US" altLang="ko-KR" sz="1200" dirty="0"/>
              <a:t>/</a:t>
            </a:r>
            <a:r>
              <a:rPr lang="en-US" altLang="ko-KR" sz="1200" dirty="0" err="1"/>
              <a:t>passwd</a:t>
            </a:r>
            <a:r>
              <a:rPr lang="en-US" altLang="ko-KR" sz="1200" dirty="0"/>
              <a:t> </a:t>
            </a:r>
            <a:r>
              <a:rPr lang="ko-KR" altLang="en-US" sz="1200" dirty="0"/>
              <a:t>에서 </a:t>
            </a:r>
            <a:r>
              <a:rPr lang="ko-KR" altLang="en-US" sz="1200" dirty="0" err="1" smtClean="0"/>
              <a:t>유통서버</a:t>
            </a:r>
            <a:r>
              <a:rPr lang="ko-KR" altLang="en-US" sz="1200" dirty="0" smtClean="0"/>
              <a:t> </a:t>
            </a:r>
            <a:r>
              <a:rPr lang="en-US" altLang="ko-KR" sz="1200" dirty="0" err="1" smtClean="0"/>
              <a:t>jmocha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사용자와 </a:t>
            </a:r>
            <a:r>
              <a:rPr lang="ko-KR" altLang="en-US" sz="1200" dirty="0"/>
              <a:t>그룹웨어 서버의 </a:t>
            </a:r>
            <a:r>
              <a:rPr lang="en-US" altLang="ko-KR" sz="1200" dirty="0" err="1"/>
              <a:t>jmocha</a:t>
            </a:r>
            <a:r>
              <a:rPr lang="en-US" altLang="ko-KR" sz="1200" dirty="0"/>
              <a:t> </a:t>
            </a:r>
            <a:r>
              <a:rPr lang="ko-KR" altLang="en-US" sz="1200" dirty="0"/>
              <a:t>사용자의 </a:t>
            </a:r>
            <a:r>
              <a:rPr lang="en-US" altLang="ko-KR" sz="1200" dirty="0" err="1" smtClean="0"/>
              <a:t>uid</a:t>
            </a:r>
            <a:r>
              <a:rPr lang="ko-KR" altLang="en-US" sz="1200" dirty="0"/>
              <a:t>와 </a:t>
            </a:r>
            <a:r>
              <a:rPr lang="en-US" altLang="ko-KR" sz="1200" dirty="0" err="1" smtClean="0"/>
              <a:t>gid</a:t>
            </a:r>
            <a:r>
              <a:rPr lang="ko-KR" altLang="en-US" sz="1200" dirty="0"/>
              <a:t>를 일치시켜주고</a:t>
            </a:r>
          </a:p>
          <a:p>
            <a:r>
              <a:rPr lang="ko-KR" altLang="en-US" sz="1200" dirty="0"/>
              <a:t>해당 사용자의 </a:t>
            </a:r>
            <a:r>
              <a:rPr lang="ko-KR" altLang="en-US" sz="1200" dirty="0" smtClean="0"/>
              <a:t>폴더 소유자를 </a:t>
            </a:r>
            <a:r>
              <a:rPr lang="ko-KR" altLang="en-US" sz="1200" dirty="0"/>
              <a:t>바꿔주면 접근 할 수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위와 같이 했는데도 안되면</a:t>
            </a:r>
            <a:r>
              <a:rPr lang="en-US" altLang="ko-KR" sz="1200" dirty="0"/>
              <a:t>, </a:t>
            </a:r>
            <a:r>
              <a:rPr lang="ko-KR" altLang="en-US" sz="1200" dirty="0"/>
              <a:t>그룹웨어에서 </a:t>
            </a:r>
            <a:r>
              <a:rPr lang="en-US" altLang="ko-KR" sz="1200" dirty="0"/>
              <a:t>telnet</a:t>
            </a:r>
            <a:r>
              <a:rPr lang="ko-KR" altLang="en-US" sz="1200" dirty="0"/>
              <a:t>으로 붙고 유통서버에서 </a:t>
            </a:r>
            <a:r>
              <a:rPr lang="en-US" altLang="ko-KR" sz="1200" dirty="0" err="1"/>
              <a:t>netstat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antp</a:t>
            </a:r>
            <a:r>
              <a:rPr lang="en-US" altLang="ko-KR" sz="1200" dirty="0"/>
              <a:t> </a:t>
            </a:r>
            <a:r>
              <a:rPr lang="ko-KR" altLang="en-US" sz="1200" dirty="0"/>
              <a:t>로 </a:t>
            </a:r>
            <a:r>
              <a:rPr lang="en-US" altLang="ko-KR" sz="1200" dirty="0"/>
              <a:t>2049, 20048, 111 </a:t>
            </a:r>
            <a:r>
              <a:rPr lang="ko-KR" altLang="en-US" sz="1200" dirty="0"/>
              <a:t>포트에 붙는</a:t>
            </a:r>
          </a:p>
          <a:p>
            <a:r>
              <a:rPr lang="en-US" altLang="ko-KR" sz="1200" dirty="0" err="1"/>
              <a:t>ip</a:t>
            </a:r>
            <a:r>
              <a:rPr lang="ko-KR" altLang="en-US" sz="1200" dirty="0"/>
              <a:t>주소가 어떤지 확인한다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/>
              <a:t>이것을 확인해도 안될 경우</a:t>
            </a:r>
            <a:r>
              <a:rPr lang="en-US" altLang="ko-KR" sz="1200" dirty="0"/>
              <a:t>, /</a:t>
            </a:r>
            <a:r>
              <a:rPr lang="en-US" altLang="ko-KR" sz="1200" dirty="0" err="1"/>
              <a:t>var</a:t>
            </a:r>
            <a:r>
              <a:rPr lang="en-US" altLang="ko-KR" sz="1200" dirty="0"/>
              <a:t>/messages</a:t>
            </a:r>
            <a:r>
              <a:rPr lang="ko-KR" altLang="en-US" sz="1200" dirty="0"/>
              <a:t>의 로그를 확인한다</a:t>
            </a:r>
            <a:r>
              <a:rPr lang="en-US" altLang="ko-KR" sz="1200" dirty="0"/>
              <a:t>. </a:t>
            </a:r>
            <a:r>
              <a:rPr lang="ko-KR" altLang="en-US" sz="1200" dirty="0"/>
              <a:t>로그에서 </a:t>
            </a:r>
            <a:r>
              <a:rPr lang="en-US" altLang="ko-KR" sz="1200" dirty="0"/>
              <a:t>illegal port </a:t>
            </a:r>
            <a:r>
              <a:rPr lang="ko-KR" altLang="en-US" sz="1200" dirty="0"/>
              <a:t>라고 나올 경우</a:t>
            </a:r>
            <a:r>
              <a:rPr lang="en-US" altLang="ko-KR" sz="1200" dirty="0"/>
              <a:t>, /</a:t>
            </a:r>
            <a:r>
              <a:rPr lang="en-US" altLang="ko-KR" sz="1200" dirty="0" err="1"/>
              <a:t>etc</a:t>
            </a:r>
            <a:r>
              <a:rPr lang="en-US" altLang="ko-KR" sz="1200" dirty="0"/>
              <a:t>/exports</a:t>
            </a:r>
            <a:r>
              <a:rPr lang="ko-KR" altLang="en-US" sz="1200" dirty="0"/>
              <a:t>의 옵션에</a:t>
            </a:r>
          </a:p>
          <a:p>
            <a:r>
              <a:rPr lang="en-US" altLang="ko-KR" sz="1200" dirty="0"/>
              <a:t>insecure </a:t>
            </a:r>
            <a:r>
              <a:rPr lang="ko-KR" altLang="en-US" sz="1200" dirty="0"/>
              <a:t>옵션을 추가한다</a:t>
            </a:r>
            <a:r>
              <a:rPr lang="en-US" altLang="ko-KR" sz="1200" dirty="0"/>
              <a:t>.</a:t>
            </a:r>
            <a:endParaRPr lang="en-US" altLang="ko-KR" sz="1200" dirty="0" smtClean="0"/>
          </a:p>
        </p:txBody>
      </p:sp>
    </p:spTree>
    <p:extLst>
      <p:ext uri="{BB962C8B-B14F-4D97-AF65-F5344CB8AC3E}">
        <p14:creationId xmlns:p14="http://schemas.microsoft.com/office/powerpoint/2010/main" val="113075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3011</TotalTime>
  <Words>447</Words>
  <Application>Microsoft Office PowerPoint</Application>
  <PresentationFormat>와이드스크린</PresentationFormat>
  <Paragraphs>114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문서유통 모듈 설치가이드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문서유통 모듈 설치가이드</dc:title>
  <dc:creator>Windows 사용자</dc:creator>
  <cp:lastModifiedBy>Windows 사용자</cp:lastModifiedBy>
  <cp:revision>76</cp:revision>
  <dcterms:created xsi:type="dcterms:W3CDTF">2019-12-03T02:22:00Z</dcterms:created>
  <dcterms:modified xsi:type="dcterms:W3CDTF">2019-12-13T07:57:08Z</dcterms:modified>
</cp:coreProperties>
</file>