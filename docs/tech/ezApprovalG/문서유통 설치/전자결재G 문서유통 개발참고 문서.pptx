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3" autoAdjust="0"/>
    <p:restoredTop sz="94660"/>
  </p:normalViewPr>
  <p:slideViewPr>
    <p:cSldViewPr snapToGrid="0">
      <p:cViewPr varScale="1">
        <p:scale>
          <a:sx n="84" d="100"/>
          <a:sy n="84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68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6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56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8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41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31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8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62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76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39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9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51E91-BC21-42CA-95BA-84DFA381991D}" type="datetimeFigureOut">
              <a:rPr lang="ko-KR" altLang="en-US" smtClean="0"/>
              <a:t>2019-08-14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0009-8EFC-4CE2-A71E-65268DB37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3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전자결재</a:t>
            </a:r>
            <a:r>
              <a:rPr lang="en-US" altLang="ko-KR" dirty="0" smtClean="0"/>
              <a:t>G </a:t>
            </a:r>
            <a:r>
              <a:rPr lang="ko-KR" altLang="en-US" dirty="0" err="1" smtClean="0"/>
              <a:t>문서유통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개발참고</a:t>
            </a:r>
            <a:r>
              <a:rPr lang="ko-KR" altLang="en-US" dirty="0" smtClean="0"/>
              <a:t> 문서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473203"/>
              </p:ext>
            </p:extLst>
          </p:nvPr>
        </p:nvGraphicFramePr>
        <p:xfrm>
          <a:off x="2032000" y="229667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300108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1259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작성자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작성일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786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홍대표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2019-05-03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4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홍대표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2019-08-14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56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454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20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595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개발환경 세팅</a:t>
            </a:r>
            <a:endParaRPr lang="en-US" altLang="ko-KR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86742" y="1720735"/>
            <a:ext cx="812153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1-1. </a:t>
            </a:r>
            <a:r>
              <a:rPr lang="en-US" altLang="ko-KR" dirty="0" err="1" smtClean="0"/>
              <a:t>config.properties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파일에서 </a:t>
            </a:r>
            <a:r>
              <a:rPr lang="en-US" altLang="ko-KR" dirty="0" err="1" smtClean="0"/>
              <a:t>relay_root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값으로 지정되어 있는 경로에 </a:t>
            </a:r>
            <a:r>
              <a:rPr lang="ko-KR" altLang="en-US" dirty="0" err="1" smtClean="0"/>
              <a:t>중계모듈이</a:t>
            </a:r>
            <a:r>
              <a:rPr lang="ko-KR" altLang="en-US" dirty="0" smtClean="0"/>
              <a:t> 설치되어 있어야함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relay_root</a:t>
            </a:r>
            <a:r>
              <a:rPr lang="ko-KR" altLang="en-US" dirty="0" smtClean="0"/>
              <a:t>는 서버에 올라간 </a:t>
            </a:r>
            <a:r>
              <a:rPr lang="en-US" altLang="ko-KR" dirty="0" smtClean="0"/>
              <a:t>ezflow4Java </a:t>
            </a:r>
            <a:r>
              <a:rPr lang="ko-KR" altLang="en-US" dirty="0" smtClean="0"/>
              <a:t>앱의 경로까지 지정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sz="1000" dirty="0" smtClean="0"/>
              <a:t>ex) </a:t>
            </a:r>
            <a:r>
              <a:rPr lang="en-US" altLang="ko-KR" sz="1000" dirty="0" err="1"/>
              <a:t>relay_root</a:t>
            </a:r>
            <a:r>
              <a:rPr lang="en-US" altLang="ko-KR" sz="1000" dirty="0"/>
              <a:t> = C:/eGovFrameDev-3.5.1-64bit/workspace2/.metadata/.</a:t>
            </a:r>
            <a:r>
              <a:rPr lang="en-US" altLang="ko-KR" sz="1000" dirty="0" smtClean="0"/>
              <a:t>plugins/org.eclipse.wst.server.core/tmp0/wtpwebapps/ezFlow4Java</a:t>
            </a:r>
          </a:p>
          <a:p>
            <a:endParaRPr lang="en-US" altLang="ko-KR" sz="900" dirty="0"/>
          </a:p>
          <a:p>
            <a:endParaRPr lang="en-US" altLang="ko-KR" dirty="0" smtClean="0"/>
          </a:p>
          <a:p>
            <a:r>
              <a:rPr lang="en-US" altLang="ko-KR" dirty="0" smtClean="0"/>
              <a:t>1-2. ../ezFlow4Java/</a:t>
            </a:r>
            <a:r>
              <a:rPr lang="en-US" altLang="ko-KR" dirty="0" err="1" smtClean="0"/>
              <a:t>fileroot</a:t>
            </a:r>
            <a:r>
              <a:rPr lang="en-US" altLang="ko-KR" dirty="0" smtClean="0"/>
              <a:t>/0/files/ 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중계모듈이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설치되어야함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sz="1050" dirty="0"/>
              <a:t>ex) </a:t>
            </a:r>
            <a:r>
              <a:rPr lang="en-US" altLang="ko-KR" sz="1050" dirty="0" smtClean="0"/>
              <a:t>C</a:t>
            </a:r>
            <a:r>
              <a:rPr lang="en-US" altLang="ko-KR" sz="1050" dirty="0"/>
              <a:t>:/eGovFrameDev-3.5.1-64bit/workspace2/.metadata/.</a:t>
            </a:r>
            <a:r>
              <a:rPr lang="en-US" altLang="ko-KR" sz="1050" dirty="0" smtClean="0"/>
              <a:t>plugins/org.eclipse.wst.server.core/tmp0/wtpwebapps/ezFlow4Java/fileroot/0(</a:t>
            </a:r>
            <a:r>
              <a:rPr lang="ko-KR" altLang="en-US" sz="1050" dirty="0" err="1" smtClean="0"/>
              <a:t>테넌트아이디</a:t>
            </a:r>
            <a:r>
              <a:rPr lang="en-US" altLang="ko-KR" sz="1050" dirty="0" smtClean="0"/>
              <a:t>)/files/</a:t>
            </a:r>
            <a:r>
              <a:rPr lang="en-US" altLang="ko-KR" sz="1050" dirty="0" smtClean="0">
                <a:solidFill>
                  <a:srgbClr val="FF0000"/>
                </a:solidFill>
              </a:rPr>
              <a:t>relay</a:t>
            </a:r>
          </a:p>
          <a:p>
            <a:endParaRPr lang="en-US" altLang="ko-KR" sz="1050" dirty="0" smtClean="0">
              <a:solidFill>
                <a:srgbClr val="FF0000"/>
              </a:solidFill>
            </a:endParaRPr>
          </a:p>
          <a:p>
            <a:r>
              <a:rPr lang="en-US" altLang="ko-KR" sz="1050" dirty="0"/>
              <a:t>ex) C:/eGovFrameDev-3.5.1-64bit/workspace2/.metadata/.plugins/org.eclipse.wst.server.core/tmp0/wtpwebapps/ezFlow4Java/fileroot/0(</a:t>
            </a:r>
            <a:r>
              <a:rPr lang="ko-KR" altLang="en-US" sz="1050" dirty="0" err="1"/>
              <a:t>테넌트아이디</a:t>
            </a:r>
            <a:r>
              <a:rPr lang="en-US" altLang="ko-KR" sz="1050" dirty="0" smtClean="0"/>
              <a:t>)/files/</a:t>
            </a:r>
            <a:r>
              <a:rPr lang="en-US" altLang="ko-KR" sz="1050" dirty="0" err="1" smtClean="0"/>
              <a:t>upload_approvalgG</a:t>
            </a:r>
            <a:r>
              <a:rPr lang="en-US" altLang="ko-KR" sz="1050" dirty="0" smtClean="0"/>
              <a:t>/S907000(</a:t>
            </a:r>
            <a:r>
              <a:rPr lang="ko-KR" altLang="en-US" sz="1050" dirty="0" err="1" smtClean="0"/>
              <a:t>회사아이디</a:t>
            </a:r>
            <a:r>
              <a:rPr lang="en-US" altLang="ko-KR" sz="1050" dirty="0" smtClean="0"/>
              <a:t>)/</a:t>
            </a:r>
            <a:r>
              <a:rPr lang="en-US" altLang="ko-KR" sz="1050" dirty="0" err="1" smtClean="0">
                <a:solidFill>
                  <a:srgbClr val="FF0000"/>
                </a:solidFill>
              </a:rPr>
              <a:t>exDoc</a:t>
            </a:r>
            <a:r>
              <a:rPr lang="en-US" altLang="ko-KR" sz="1050" dirty="0" smtClean="0"/>
              <a:t>… </a:t>
            </a:r>
            <a:r>
              <a:rPr lang="ko-KR" altLang="en-US" sz="1050" dirty="0" err="1" smtClean="0"/>
              <a:t>외부문서</a:t>
            </a:r>
            <a:r>
              <a:rPr lang="ko-KR" altLang="en-US" sz="1050" dirty="0" smtClean="0"/>
              <a:t> 관련 폴더</a:t>
            </a:r>
            <a:r>
              <a:rPr lang="en-US" altLang="ko-KR" sz="1050" dirty="0" smtClean="0"/>
              <a:t>(</a:t>
            </a:r>
            <a:r>
              <a:rPr lang="en-US" altLang="ko-KR" sz="1050" dirty="0" err="1" smtClean="0"/>
              <a:t>exPack</a:t>
            </a:r>
            <a:r>
              <a:rPr lang="en-US" altLang="ko-KR" sz="1050" dirty="0" smtClean="0"/>
              <a:t>)</a:t>
            </a:r>
            <a:r>
              <a:rPr lang="ko-KR" altLang="en-US" sz="1050" dirty="0" smtClean="0"/>
              <a:t>들 </a:t>
            </a:r>
            <a:r>
              <a:rPr lang="ko-KR" altLang="en-US" sz="1050" dirty="0" smtClean="0"/>
              <a:t>위치</a:t>
            </a:r>
            <a:endParaRPr lang="en-US" altLang="ko-KR" sz="1050" dirty="0" smtClean="0"/>
          </a:p>
          <a:p>
            <a:r>
              <a:rPr lang="en-US" altLang="ko-KR" sz="1050" dirty="0" smtClean="0"/>
              <a:t>**</a:t>
            </a:r>
            <a:r>
              <a:rPr lang="en-US" altLang="ko-KR" sz="1050" dirty="0" err="1" smtClean="0"/>
              <a:t>exDocMSG</a:t>
            </a:r>
            <a:r>
              <a:rPr lang="en-US" altLang="ko-KR" sz="1050" dirty="0"/>
              <a:t>, </a:t>
            </a:r>
            <a:r>
              <a:rPr lang="en-US" altLang="ko-KR" sz="1050" dirty="0" err="1" smtClean="0"/>
              <a:t>ExDocSendMsg</a:t>
            </a:r>
            <a:r>
              <a:rPr lang="en-US" altLang="ko-KR" sz="1050" dirty="0"/>
              <a:t>, </a:t>
            </a:r>
            <a:r>
              <a:rPr lang="en-US" altLang="ko-KR" sz="1050" dirty="0" err="1" smtClean="0"/>
              <a:t>ExDocXML</a:t>
            </a:r>
            <a:r>
              <a:rPr lang="en-US" altLang="ko-KR" sz="1050" dirty="0"/>
              <a:t>, </a:t>
            </a:r>
            <a:r>
              <a:rPr lang="en-US" altLang="ko-KR" sz="1050" dirty="0" err="1" smtClean="0"/>
              <a:t>sendXML</a:t>
            </a:r>
            <a:r>
              <a:rPr lang="en-US" altLang="ko-KR" sz="1050" dirty="0" smtClean="0"/>
              <a:t> </a:t>
            </a:r>
            <a:r>
              <a:rPr lang="ko-KR" altLang="en-US" sz="1050" dirty="0" smtClean="0"/>
              <a:t>폴더 안에 아래 파일 있는지 확인</a:t>
            </a:r>
            <a:r>
              <a:rPr lang="en-US" altLang="ko-KR" sz="1050" dirty="0" smtClean="0"/>
              <a:t>.</a:t>
            </a:r>
            <a:endParaRPr lang="en-US" altLang="ko-KR" sz="1050" dirty="0"/>
          </a:p>
          <a:p>
            <a:r>
              <a:rPr lang="en-US" altLang="ko-KR" sz="1050" dirty="0" smtClean="0"/>
              <a:t>pack.dtd </a:t>
            </a:r>
            <a:r>
              <a:rPr lang="en-US" altLang="ko-KR" sz="1050" dirty="0"/>
              <a:t>pubdoc.dtd siheng.xsl xhtml-lat1.ent </a:t>
            </a:r>
            <a:r>
              <a:rPr lang="en-US" altLang="ko-KR" sz="1050" dirty="0" err="1"/>
              <a:t>xhtml-special.ent</a:t>
            </a:r>
            <a:r>
              <a:rPr lang="en-US" altLang="ko-KR" sz="1050" dirty="0"/>
              <a:t> </a:t>
            </a:r>
            <a:r>
              <a:rPr lang="en-US" altLang="ko-KR" sz="1050" dirty="0" err="1"/>
              <a:t>xhtml-symbol.ent</a:t>
            </a:r>
            <a:r>
              <a:rPr lang="en-US" altLang="ko-KR" sz="1050" dirty="0"/>
              <a:t> </a:t>
            </a:r>
            <a:r>
              <a:rPr lang="en-US" altLang="ko-KR" sz="1050" dirty="0" smtClean="0"/>
              <a:t>xhtml4pubdoc.mod</a:t>
            </a:r>
            <a:endParaRPr lang="en-US" altLang="ko-KR" sz="1050" dirty="0" smtClean="0"/>
          </a:p>
          <a:p>
            <a:endParaRPr lang="en-US" altLang="ko-KR" sz="1050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en-US" altLang="ko-KR" dirty="0" smtClean="0"/>
              <a:t>1-3. </a:t>
            </a:r>
            <a:r>
              <a:rPr lang="en-US" altLang="ko-KR" dirty="0" err="1" smtClean="0"/>
              <a:t>config.companyNum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은 테스트할 부서의 문서과아이디와 </a:t>
            </a:r>
            <a:r>
              <a:rPr lang="ko-KR" altLang="en-US" dirty="0" err="1" smtClean="0"/>
              <a:t>일치해야함</a:t>
            </a:r>
            <a:r>
              <a:rPr lang="en-US" altLang="ko-KR" dirty="0" smtClean="0"/>
              <a:t>.</a:t>
            </a:r>
          </a:p>
          <a:p>
            <a:r>
              <a:rPr lang="en-US" altLang="ko-KR" sz="1200" dirty="0" smtClean="0"/>
              <a:t>ex) </a:t>
            </a:r>
            <a:r>
              <a:rPr lang="en-US" altLang="ko-KR" sz="1200" dirty="0" err="1" smtClean="0"/>
              <a:t>config.companyNum</a:t>
            </a:r>
            <a:r>
              <a:rPr lang="en-US" altLang="ko-KR" sz="1200" dirty="0" smtClean="0"/>
              <a:t> = S907000</a:t>
            </a:r>
          </a:p>
          <a:p>
            <a:endParaRPr lang="en-US" altLang="ko-KR" sz="1200" dirty="0"/>
          </a:p>
          <a:p>
            <a:r>
              <a:rPr lang="en-US" altLang="ko-KR" dirty="0" smtClean="0"/>
              <a:t>1-4. </a:t>
            </a:r>
            <a:r>
              <a:rPr lang="en-US" altLang="ko-KR" dirty="0" err="1" smtClean="0"/>
              <a:t>config.Run_RelayScheduler</a:t>
            </a:r>
            <a:r>
              <a:rPr lang="en-US" altLang="ko-KR" dirty="0" smtClean="0"/>
              <a:t> = YES </a:t>
            </a:r>
            <a:r>
              <a:rPr lang="ko-KR" altLang="en-US" dirty="0" smtClean="0"/>
              <a:t>로 되어 있어야함</a:t>
            </a:r>
            <a:r>
              <a:rPr lang="en-US" altLang="ko-KR" dirty="0" smtClean="0"/>
              <a:t>. </a:t>
            </a:r>
            <a:r>
              <a:rPr lang="en-US" altLang="ko-KR" sz="1200" dirty="0" smtClean="0"/>
              <a:t>EzApprovalGRelayScheduler.java 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receiverMain</a:t>
            </a:r>
            <a:r>
              <a:rPr lang="en-US" altLang="ko-KR" sz="1200" dirty="0"/>
              <a:t>() </a:t>
            </a:r>
            <a:r>
              <a:rPr lang="ko-KR" altLang="en-US" sz="1200" dirty="0" smtClean="0"/>
              <a:t>가 동작함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9663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테스트 프로세스</a:t>
            </a:r>
            <a:endParaRPr lang="en-US" altLang="ko-KR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2-1. </a:t>
            </a:r>
            <a:r>
              <a:rPr lang="ko-KR" altLang="en-US" dirty="0" err="1" smtClean="0"/>
              <a:t>시행문으로</a:t>
            </a:r>
            <a:r>
              <a:rPr lang="ko-KR" altLang="en-US" dirty="0" smtClean="0"/>
              <a:t> 결재완료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2-2. </a:t>
            </a:r>
            <a:r>
              <a:rPr lang="ko-KR" altLang="en-US" dirty="0" err="1" smtClean="0"/>
              <a:t>기록물대장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기록물등록대장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방금 </a:t>
            </a:r>
            <a:r>
              <a:rPr lang="ko-KR" altLang="en-US" dirty="0" err="1" smtClean="0"/>
              <a:t>결재완료된</a:t>
            </a:r>
            <a:r>
              <a:rPr lang="ko-KR" altLang="en-US" dirty="0" smtClean="0"/>
              <a:t> 문서를 </a:t>
            </a:r>
            <a:r>
              <a:rPr lang="ko-KR" altLang="en-US" dirty="0" err="1" smtClean="0"/>
              <a:t>발송의뢰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기안자만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발송의뢰</a:t>
            </a:r>
            <a:r>
              <a:rPr lang="ko-KR" altLang="en-US" dirty="0" smtClean="0"/>
              <a:t> 할 수 있음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2-3. </a:t>
            </a:r>
            <a:r>
              <a:rPr lang="ko-KR" altLang="en-US" dirty="0" err="1" smtClean="0"/>
              <a:t>발송담당자</a:t>
            </a:r>
            <a:r>
              <a:rPr lang="ko-KR" altLang="en-US" dirty="0" smtClean="0"/>
              <a:t> 지정 후 </a:t>
            </a:r>
            <a:r>
              <a:rPr lang="ko-KR" altLang="en-US" dirty="0" err="1" smtClean="0"/>
              <a:t>발송의뢰</a:t>
            </a:r>
            <a:r>
              <a:rPr lang="en-US" altLang="ko-KR" dirty="0" smtClean="0"/>
              <a:t>(</a:t>
            </a:r>
            <a:r>
              <a:rPr lang="ko-KR" altLang="en-US" dirty="0" smtClean="0"/>
              <a:t>발송 담당자는 심사자권한이 있는 사용자 중에서만 선택가능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2-4. </a:t>
            </a:r>
            <a:r>
              <a:rPr lang="ko-KR" altLang="en-US" dirty="0" err="1" smtClean="0"/>
              <a:t>결재문서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발송의뢰문서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발송의뢰한</a:t>
            </a:r>
            <a:r>
              <a:rPr lang="ko-KR" altLang="en-US" dirty="0" smtClean="0"/>
              <a:t> 문서를 선택 후 발송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2-5. </a:t>
            </a:r>
            <a:r>
              <a:rPr lang="ko-KR" altLang="en-US" dirty="0" err="1" smtClean="0"/>
              <a:t>중계모듈이</a:t>
            </a:r>
            <a:r>
              <a:rPr lang="ko-KR" altLang="en-US" dirty="0" smtClean="0"/>
              <a:t> 설치된</a:t>
            </a:r>
            <a:r>
              <a:rPr lang="en-US" altLang="ko-KR" dirty="0"/>
              <a:t> </a:t>
            </a:r>
            <a:r>
              <a:rPr lang="en-US" altLang="ko-KR" dirty="0" smtClean="0"/>
              <a:t>relay </a:t>
            </a:r>
            <a:r>
              <a:rPr lang="ko-KR" altLang="en-US" dirty="0" smtClean="0"/>
              <a:t>폴더에서 </a:t>
            </a:r>
            <a:r>
              <a:rPr lang="en-US" altLang="ko-KR" dirty="0" err="1" smtClean="0"/>
              <a:t>sendtemp</a:t>
            </a:r>
            <a:r>
              <a:rPr lang="ko-KR" altLang="en-US" dirty="0" smtClean="0"/>
              <a:t>로 들어감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2-6. </a:t>
            </a:r>
            <a:r>
              <a:rPr lang="ko-KR" altLang="en-US" dirty="0" smtClean="0"/>
              <a:t>방금 발송한 문서의 </a:t>
            </a:r>
            <a:r>
              <a:rPr lang="en-US" altLang="ko-KR" dirty="0" smtClean="0"/>
              <a:t>xml</a:t>
            </a:r>
            <a:r>
              <a:rPr lang="ko-KR" altLang="en-US" dirty="0" smtClean="0"/>
              <a:t>파일을 </a:t>
            </a:r>
            <a:r>
              <a:rPr lang="en-US" altLang="ko-KR" dirty="0" smtClean="0"/>
              <a:t>relay </a:t>
            </a:r>
            <a:r>
              <a:rPr lang="ko-KR" altLang="en-US" dirty="0" smtClean="0"/>
              <a:t>폴더의 </a:t>
            </a:r>
            <a:r>
              <a:rPr lang="en-US" altLang="ko-KR" dirty="0" err="1" smtClean="0"/>
              <a:t>receivetemp</a:t>
            </a:r>
            <a:r>
              <a:rPr lang="ko-KR" altLang="en-US" dirty="0" smtClean="0"/>
              <a:t>로 이동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2-7. xml </a:t>
            </a:r>
            <a:r>
              <a:rPr lang="ko-KR" altLang="en-US" dirty="0" smtClean="0"/>
              <a:t>파일을 열어 </a:t>
            </a:r>
            <a:r>
              <a:rPr lang="en-US" altLang="ko-KR" dirty="0" smtClean="0"/>
              <a:t>receive-id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send-</a:t>
            </a:r>
            <a:r>
              <a:rPr lang="en-US" altLang="ko-KR" dirty="0" err="1" smtClean="0"/>
              <a:t>orgcode</a:t>
            </a:r>
            <a:r>
              <a:rPr lang="en-US" altLang="ko-KR" dirty="0" smtClean="0"/>
              <a:t>, send-id </a:t>
            </a:r>
            <a:r>
              <a:rPr lang="ko-KR" altLang="en-US" dirty="0" smtClean="0"/>
              <a:t>를 바꾸어 </a:t>
            </a:r>
            <a:r>
              <a:rPr lang="ko-KR" altLang="en-US" dirty="0" err="1" smtClean="0"/>
              <a:t>입력해줌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76" y="4724182"/>
            <a:ext cx="3619500" cy="12763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007" y="4743702"/>
            <a:ext cx="3962400" cy="1209675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1879715" y="5178829"/>
            <a:ext cx="289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1879715" y="5362357"/>
            <a:ext cx="289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1879715" y="5696988"/>
            <a:ext cx="289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54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테스트 프로세스</a:t>
            </a:r>
            <a:endParaRPr lang="en-US" altLang="ko-KR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2-8. EzApprovalGRelayScheduler.java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receiverMain</a:t>
            </a:r>
            <a:r>
              <a:rPr lang="en-US" altLang="ko-KR" dirty="0"/>
              <a:t>() </a:t>
            </a:r>
            <a:r>
              <a:rPr lang="ko-KR" altLang="en-US" dirty="0" smtClean="0"/>
              <a:t>를 실행시킨다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2-9. </a:t>
            </a:r>
            <a:r>
              <a:rPr lang="ko-KR" altLang="en-US" dirty="0" smtClean="0"/>
              <a:t>부서수신함에서 접수하면 발송한 문서를 확인할 수 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10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개발시</a:t>
            </a:r>
            <a:r>
              <a:rPr lang="ko-KR" altLang="en-US" b="1" dirty="0" smtClean="0"/>
              <a:t> 참고사항</a:t>
            </a:r>
            <a:r>
              <a:rPr lang="en-US" altLang="ko-KR" b="1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3-1. </a:t>
            </a:r>
            <a:r>
              <a:rPr lang="ko-KR" altLang="en-US" sz="1400" dirty="0" smtClean="0"/>
              <a:t>발송 문서는 발송을 한 후</a:t>
            </a:r>
            <a:r>
              <a:rPr lang="en-US" altLang="ko-KR" sz="1400" dirty="0" smtClean="0"/>
              <a:t>, ../</a:t>
            </a:r>
            <a:r>
              <a:rPr lang="en-US" altLang="ko-KR" sz="1400" dirty="0" err="1" smtClean="0"/>
              <a:t>fileroot</a:t>
            </a:r>
            <a:r>
              <a:rPr lang="en-US" altLang="ko-KR" sz="1400" dirty="0" smtClean="0"/>
              <a:t>/0(</a:t>
            </a:r>
            <a:r>
              <a:rPr lang="ko-KR" altLang="en-US" sz="1400" dirty="0" err="1" smtClean="0"/>
              <a:t>테넌트아이디</a:t>
            </a:r>
            <a:r>
              <a:rPr lang="en-US" altLang="ko-KR" sz="1400" dirty="0" smtClean="0"/>
              <a:t>)/files/</a:t>
            </a:r>
            <a:r>
              <a:rPr lang="en-US" altLang="ko-KR" sz="1400" dirty="0" err="1" smtClean="0"/>
              <a:t>upload_approval</a:t>
            </a:r>
            <a:r>
              <a:rPr lang="en-US" altLang="ko-KR" sz="1400" dirty="0" smtClean="0"/>
              <a:t>/S907000(</a:t>
            </a:r>
            <a:r>
              <a:rPr lang="ko-KR" altLang="en-US" sz="1400" dirty="0" err="1" smtClean="0"/>
              <a:t>회사아이디</a:t>
            </a:r>
            <a:r>
              <a:rPr lang="en-US" altLang="ko-KR" sz="1400" dirty="0" smtClean="0"/>
              <a:t>)/</a:t>
            </a:r>
            <a:r>
              <a:rPr lang="en-US" altLang="ko-KR" sz="1400" dirty="0" err="1" smtClean="0"/>
              <a:t>sendXML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폴더에서 </a:t>
            </a:r>
            <a:r>
              <a:rPr lang="en-US" altLang="ko-KR" sz="1400" dirty="0" smtClean="0"/>
              <a:t>xml </a:t>
            </a:r>
            <a:r>
              <a:rPr lang="ko-KR" altLang="en-US" sz="1400" dirty="0" smtClean="0"/>
              <a:t>내용을 미리 확인할 수 있음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3-2. </a:t>
            </a:r>
            <a:r>
              <a:rPr lang="ko-KR" altLang="en-US" sz="1400" dirty="0" smtClean="0"/>
              <a:t>발송 문서의 </a:t>
            </a:r>
            <a:r>
              <a:rPr lang="en-US" altLang="ko-KR" sz="1400" dirty="0" smtClean="0"/>
              <a:t>logo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symbol</a:t>
            </a:r>
            <a:r>
              <a:rPr lang="ko-KR" altLang="en-US" sz="1400" dirty="0" smtClean="0"/>
              <a:t>은 양식에 로고와 심볼을 추가해주면</a:t>
            </a:r>
            <a:r>
              <a:rPr lang="en-US" altLang="ko-KR" sz="1400" dirty="0" smtClean="0"/>
              <a:t>, ../</a:t>
            </a:r>
            <a:r>
              <a:rPr lang="en-US" altLang="ko-KR" sz="1400" dirty="0" err="1" smtClean="0"/>
              <a:t>fileroot</a:t>
            </a:r>
            <a:r>
              <a:rPr lang="en-US" altLang="ko-KR" sz="1400" dirty="0" smtClean="0"/>
              <a:t>/0(</a:t>
            </a:r>
            <a:r>
              <a:rPr lang="ko-KR" altLang="en-US" sz="1400" dirty="0" err="1" smtClean="0"/>
              <a:t>테넌트아이디</a:t>
            </a:r>
            <a:r>
              <a:rPr lang="en-US" altLang="ko-KR" sz="1400" dirty="0" smtClean="0"/>
              <a:t>)/files/</a:t>
            </a:r>
            <a:r>
              <a:rPr lang="en-US" altLang="ko-KR" sz="1400" dirty="0" err="1" smtClean="0"/>
              <a:t>upload_approval</a:t>
            </a:r>
            <a:r>
              <a:rPr lang="en-US" altLang="ko-KR" sz="1400" dirty="0" smtClean="0"/>
              <a:t>/S907000(</a:t>
            </a:r>
            <a:r>
              <a:rPr lang="ko-KR" altLang="en-US" sz="1400" dirty="0" err="1" smtClean="0"/>
              <a:t>회사아이디</a:t>
            </a:r>
            <a:r>
              <a:rPr lang="en-US" altLang="ko-KR" sz="1400" dirty="0" smtClean="0"/>
              <a:t>)/</a:t>
            </a:r>
            <a:r>
              <a:rPr lang="en-US" altLang="ko-KR" sz="1400" dirty="0" err="1" smtClean="0"/>
              <a:t>ExDocUserSign</a:t>
            </a:r>
            <a:r>
              <a:rPr lang="ko-KR" altLang="en-US" sz="1400" dirty="0" smtClean="0"/>
              <a:t>에 이미지를 저장한 후 발송할 때 사용함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3-3. 0</a:t>
            </a:r>
            <a:r>
              <a:rPr lang="ko-KR" altLang="en-US" sz="1400" dirty="0" smtClean="0"/>
              <a:t>번이 아닌 </a:t>
            </a:r>
            <a:r>
              <a:rPr lang="ko-KR" altLang="en-US" sz="1400" dirty="0" err="1" smtClean="0"/>
              <a:t>테넌트아이디에서</a:t>
            </a:r>
            <a:r>
              <a:rPr lang="ko-KR" altLang="en-US" sz="1400" dirty="0" smtClean="0"/>
              <a:t> 유통을 테스트 하고 싶을 때</a:t>
            </a:r>
            <a:r>
              <a:rPr lang="en-US" altLang="ko-KR" sz="1400" dirty="0" smtClean="0"/>
              <a:t>, </a:t>
            </a:r>
          </a:p>
          <a:p>
            <a:r>
              <a:rPr lang="en-US" altLang="ko-KR" sz="1400" dirty="0" smtClean="0"/>
              <a:t>EzApprovalGRelayScheduler.java</a:t>
            </a:r>
            <a:r>
              <a:rPr lang="ko-KR" altLang="en-US" sz="1400" dirty="0" smtClean="0"/>
              <a:t>의 </a:t>
            </a:r>
            <a:r>
              <a:rPr lang="en-US" altLang="ko-KR" sz="1400" dirty="0" err="1" smtClean="0"/>
              <a:t>receiverMain</a:t>
            </a:r>
            <a:r>
              <a:rPr lang="en-US" altLang="ko-KR" sz="1400" dirty="0" smtClean="0"/>
              <a:t>()</a:t>
            </a:r>
            <a:r>
              <a:rPr lang="ko-KR" altLang="en-US" sz="1400" dirty="0" smtClean="0"/>
              <a:t>에서 </a:t>
            </a:r>
            <a:r>
              <a:rPr lang="ko-KR" altLang="en-US" sz="1400" dirty="0" err="1" smtClean="0"/>
              <a:t>테넌트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0</a:t>
            </a:r>
            <a:r>
              <a:rPr lang="ko-KR" altLang="en-US" sz="1400" dirty="0" smtClean="0"/>
              <a:t>번으로 고정되어 있음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이 부분에서 원하는 </a:t>
            </a:r>
            <a:r>
              <a:rPr lang="ko-KR" altLang="en-US" sz="1400" dirty="0" err="1" smtClean="0"/>
              <a:t>테넌트아이디를</a:t>
            </a:r>
            <a:r>
              <a:rPr lang="ko-KR" altLang="en-US" sz="1400" dirty="0" smtClean="0"/>
              <a:t> 하드코딩하여 테스트하면 됨</a:t>
            </a:r>
            <a:r>
              <a:rPr lang="en-US" altLang="ko-KR" sz="1400" dirty="0" smtClean="0"/>
              <a:t>.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7668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개발시</a:t>
            </a:r>
            <a:r>
              <a:rPr lang="ko-KR" altLang="en-US" b="1" dirty="0" smtClean="0"/>
              <a:t> 참고사항</a:t>
            </a:r>
            <a:r>
              <a:rPr lang="en-US" altLang="ko-KR" b="1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3-4. </a:t>
            </a:r>
            <a:r>
              <a:rPr lang="ko-KR" altLang="en-US" sz="1400" dirty="0" smtClean="0"/>
              <a:t>개발하면서 주로 봐야할 부분 및 </a:t>
            </a:r>
            <a:r>
              <a:rPr lang="ko-KR" altLang="en-US" sz="1400" dirty="0" err="1" smtClean="0"/>
              <a:t>로직</a:t>
            </a:r>
            <a:endParaRPr lang="en-US" altLang="ko-KR" sz="1400" dirty="0" smtClean="0"/>
          </a:p>
          <a:p>
            <a:r>
              <a:rPr lang="en-US" altLang="ko-KR" sz="1400" dirty="0" smtClean="0"/>
              <a:t>3-4-1. </a:t>
            </a:r>
            <a:r>
              <a:rPr lang="ko-KR" altLang="en-US" sz="1400" dirty="0" smtClean="0"/>
              <a:t>발송 </a:t>
            </a:r>
            <a:r>
              <a:rPr lang="ko-KR" altLang="en-US" sz="1400" dirty="0" err="1" smtClean="0"/>
              <a:t>로직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err="1" smtClean="0"/>
              <a:t>발송버튼</a:t>
            </a:r>
            <a:r>
              <a:rPr lang="ko-KR" altLang="en-US" sz="1400" dirty="0" smtClean="0"/>
              <a:t> 누른 후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b="1" dirty="0" err="1" smtClean="0"/>
              <a:t>makeXML</a:t>
            </a:r>
            <a:r>
              <a:rPr lang="en-US" altLang="ko-KR" sz="1400" b="1" dirty="0" smtClean="0"/>
              <a:t>() - ezSimsaG_Cross.js 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문서정보를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xml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데이터로 만들어 줌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**</a:t>
            </a:r>
            <a:r>
              <a:rPr lang="ko-KR" altLang="en-US" sz="1400" dirty="0" smtClean="0"/>
              <a:t>발송할 때 </a:t>
            </a:r>
            <a:r>
              <a:rPr lang="en-US" altLang="ko-KR" sz="1400" dirty="0" err="1" smtClean="0"/>
              <a:t>makeXML</a:t>
            </a:r>
            <a:r>
              <a:rPr lang="ko-KR" altLang="en-US" sz="1400" dirty="0" smtClean="0"/>
              <a:t>을 한번만 타고 나면 발송 버튼이 사라지는데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이 함수의 </a:t>
            </a:r>
            <a:r>
              <a:rPr lang="en-US" altLang="ko-KR" sz="1400" dirty="0" smtClean="0"/>
              <a:t>simsaGUpload.do</a:t>
            </a:r>
            <a:r>
              <a:rPr lang="ko-KR" altLang="en-US" sz="1400" dirty="0" smtClean="0"/>
              <a:t>를 호출하는 부분 전에  </a:t>
            </a:r>
            <a:r>
              <a:rPr lang="en-US" altLang="ko-KR" sz="1400" dirty="0" smtClean="0"/>
              <a:t>return false </a:t>
            </a:r>
            <a:r>
              <a:rPr lang="ko-KR" altLang="en-US" sz="1400" dirty="0" smtClean="0"/>
              <a:t>를 해놓으면 한 문서로 계속 발송 테스트 가능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b="1" dirty="0" err="1" smtClean="0"/>
              <a:t>Document_Encode</a:t>
            </a:r>
            <a:r>
              <a:rPr lang="en-US" altLang="ko-KR" sz="1400" b="1" dirty="0" smtClean="0"/>
              <a:t>() - </a:t>
            </a:r>
            <a:r>
              <a:rPr lang="en-US" altLang="ko-KR" sz="1400" b="1" dirty="0" err="1" smtClean="0"/>
              <a:t>apprGezSimsaG.jsp</a:t>
            </a:r>
            <a:r>
              <a:rPr lang="en-US" altLang="ko-KR" sz="1400" b="1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발송할 문서의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을 가공함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각 태그에서 허용할 속성만 적용해 줌</a:t>
            </a:r>
            <a:r>
              <a:rPr lang="en-US" altLang="ko-KR" sz="1400" dirty="0" smtClean="0"/>
              <a:t>. **xml </a:t>
            </a:r>
            <a:r>
              <a:rPr lang="ko-KR" altLang="en-US" sz="1400" dirty="0" err="1" smtClean="0"/>
              <a:t>파싱할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본문 내용이 </a:t>
            </a:r>
            <a:r>
              <a:rPr lang="en-US" altLang="ko-KR" sz="1400" dirty="0" smtClean="0"/>
              <a:t>parse error</a:t>
            </a:r>
            <a:r>
              <a:rPr lang="ko-KR" altLang="en-US" sz="1400" dirty="0" smtClean="0"/>
              <a:t>로 나온다면 주로 이 부분을 디버깅해보면 됨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b="1" dirty="0" err="1" smtClean="0"/>
              <a:t>startXmlConvert</a:t>
            </a:r>
            <a:r>
              <a:rPr lang="en-US" altLang="ko-KR" sz="1400" b="1" dirty="0" smtClean="0"/>
              <a:t>() - EzApprovalGServiceImpl.java </a:t>
            </a:r>
            <a:r>
              <a:rPr lang="en-US" altLang="ko-KR" sz="1400" dirty="0" smtClean="0"/>
              <a:t>: span, p, </a:t>
            </a:r>
            <a:r>
              <a:rPr lang="en-US" altLang="ko-KR" sz="1400" dirty="0" err="1" smtClean="0"/>
              <a:t>br</a:t>
            </a:r>
            <a:r>
              <a:rPr lang="en-US" altLang="ko-KR" sz="1400" dirty="0" smtClean="0"/>
              <a:t>, table, td,  h1~h6 </a:t>
            </a:r>
            <a:r>
              <a:rPr lang="ko-KR" altLang="en-US" sz="1400" dirty="0" smtClean="0"/>
              <a:t>의 스타일을 처리함</a:t>
            </a:r>
            <a:r>
              <a:rPr lang="en-US" altLang="ko-KR" sz="1400" dirty="0" smtClean="0"/>
              <a:t>. p </a:t>
            </a:r>
            <a:r>
              <a:rPr lang="ko-KR" altLang="en-US" sz="1400" dirty="0" smtClean="0"/>
              <a:t>태그 내부의 </a:t>
            </a:r>
            <a:r>
              <a:rPr lang="en-US" altLang="ko-KR" sz="1400" dirty="0" smtClean="0"/>
              <a:t>span </a:t>
            </a:r>
            <a:r>
              <a:rPr lang="ko-KR" altLang="en-US" sz="1400" dirty="0" smtClean="0"/>
              <a:t>태그는 자신 스타일을 </a:t>
            </a:r>
            <a:r>
              <a:rPr lang="en-US" altLang="ko-KR" sz="1400" dirty="0" smtClean="0"/>
              <a:t>p </a:t>
            </a:r>
            <a:r>
              <a:rPr lang="ko-KR" altLang="en-US" sz="1400" dirty="0" smtClean="0"/>
              <a:t>태그의 스타일에 추가하거나 교체한 후 지워 짐</a:t>
            </a:r>
            <a:r>
              <a:rPr lang="en-US" altLang="ko-KR" sz="1400" dirty="0" smtClean="0"/>
              <a:t>. p </a:t>
            </a:r>
            <a:r>
              <a:rPr lang="ko-KR" altLang="en-US" sz="1400" dirty="0" smtClean="0"/>
              <a:t>태그를 제외한 다른 태그들의 </a:t>
            </a:r>
            <a:r>
              <a:rPr lang="en-US" altLang="ko-KR" sz="1400" dirty="0" smtClean="0"/>
              <a:t>style </a:t>
            </a:r>
            <a:r>
              <a:rPr lang="ko-KR" altLang="en-US" sz="1400" dirty="0" smtClean="0"/>
              <a:t>속성의 </a:t>
            </a:r>
            <a:r>
              <a:rPr lang="en-US" altLang="ko-KR" sz="1400" dirty="0" err="1" smtClean="0"/>
              <a:t>css</a:t>
            </a:r>
            <a:r>
              <a:rPr lang="ko-KR" altLang="en-US" sz="1400" dirty="0" smtClean="0"/>
              <a:t>를 요소의 속성으로 바꾸어 준 후에 </a:t>
            </a:r>
            <a:r>
              <a:rPr lang="en-US" altLang="ko-KR" sz="1400" dirty="0" smtClean="0"/>
              <a:t>style </a:t>
            </a:r>
            <a:r>
              <a:rPr lang="ko-KR" altLang="en-US" sz="1400" dirty="0" smtClean="0"/>
              <a:t>속성을 지워 버림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 smtClean="0"/>
          </a:p>
          <a:p>
            <a:r>
              <a:rPr lang="en-US" altLang="ko-KR" sz="1400" b="1" dirty="0" err="1" smtClean="0"/>
              <a:t>beforeXmlConverter</a:t>
            </a:r>
            <a:r>
              <a:rPr lang="en-US" altLang="ko-KR" sz="1400" b="1" dirty="0" smtClean="0"/>
              <a:t>() - EzApprovalGServiceImpl.java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전처리 </a:t>
            </a:r>
            <a:r>
              <a:rPr lang="ko-KR" altLang="en-US" sz="1400" dirty="0" err="1" smtClean="0"/>
              <a:t>로직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b="1" dirty="0" err="1" smtClean="0"/>
              <a:t>covBody</a:t>
            </a:r>
            <a:r>
              <a:rPr lang="en-US" altLang="ko-KR" sz="1400" b="1" dirty="0" smtClean="0"/>
              <a:t>() - ezSimsaG_Cross.js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불필요한 태그나 문법상 오류가 있을 수 있는 태그를 정리해준다</a:t>
            </a:r>
            <a:r>
              <a:rPr lang="en-US" altLang="ko-KR" sz="14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4040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개발시</a:t>
            </a:r>
            <a:r>
              <a:rPr lang="ko-KR" altLang="en-US" b="1" dirty="0" smtClean="0"/>
              <a:t> 참고사항</a:t>
            </a:r>
            <a:r>
              <a:rPr lang="en-US" altLang="ko-KR" b="1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3-4-2. </a:t>
            </a:r>
            <a:r>
              <a:rPr lang="ko-KR" altLang="en-US" sz="1400" dirty="0" err="1" smtClean="0"/>
              <a:t>스케쥴러</a:t>
            </a:r>
            <a:r>
              <a:rPr lang="ko-KR" altLang="en-US" sz="1400" dirty="0" smtClean="0"/>
              <a:t> 돌릴 때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b="1" dirty="0" err="1" smtClean="0"/>
              <a:t>receiverMain</a:t>
            </a:r>
            <a:r>
              <a:rPr lang="en-US" altLang="ko-KR" sz="1400" b="1" dirty="0" smtClean="0"/>
              <a:t>() – EzApprovalGRelayScheduler.java</a:t>
            </a:r>
            <a:r>
              <a:rPr lang="en-US" altLang="ko-KR" sz="1400" dirty="0" smtClean="0"/>
              <a:t> : XML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형태로 만든 </a:t>
            </a:r>
            <a:r>
              <a:rPr lang="ko-KR" altLang="en-US" sz="1400" dirty="0" err="1" smtClean="0"/>
              <a:t>유통문서의</a:t>
            </a:r>
            <a:r>
              <a:rPr lang="ko-KR" altLang="en-US" sz="1400" dirty="0" smtClean="0"/>
              <a:t> 내용을 </a:t>
            </a:r>
            <a:r>
              <a:rPr lang="en-US" altLang="ko-KR" sz="1400" dirty="0" smtClean="0"/>
              <a:t>base64</a:t>
            </a:r>
            <a:r>
              <a:rPr lang="ko-KR" altLang="en-US" sz="1400" dirty="0" smtClean="0"/>
              <a:t>로 인코딩한 후 발송함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3-4-3. </a:t>
            </a:r>
            <a:r>
              <a:rPr lang="ko-KR" altLang="en-US" sz="1400" dirty="0" smtClean="0"/>
              <a:t>부서수신함에서 접수할 때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b="1" dirty="0" err="1" smtClean="0"/>
              <a:t>Document_mmTopx</a:t>
            </a:r>
            <a:r>
              <a:rPr lang="en-US" altLang="ko-KR" sz="1400" b="1" dirty="0" smtClean="0"/>
              <a:t>() - RecevG_Cross.js</a:t>
            </a:r>
            <a:r>
              <a:rPr lang="en-US" altLang="ko-KR" sz="1400" dirty="0" smtClean="0"/>
              <a:t> : </a:t>
            </a:r>
            <a:r>
              <a:rPr lang="ko-KR" altLang="en-US" sz="1400" dirty="0" smtClean="0"/>
              <a:t>접수한 </a:t>
            </a:r>
            <a:r>
              <a:rPr lang="ko-KR" altLang="en-US" sz="1400" dirty="0" err="1" smtClean="0"/>
              <a:t>유통문서의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단위변환을</a:t>
            </a:r>
            <a:r>
              <a:rPr lang="ko-KR" altLang="en-US" sz="1400" dirty="0" smtClean="0"/>
              <a:t> 해줌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**</a:t>
            </a:r>
            <a:r>
              <a:rPr lang="ko-KR" altLang="en-US" sz="1400" dirty="0" smtClean="0"/>
              <a:t>접수 할 때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유통문서의</a:t>
            </a:r>
            <a:r>
              <a:rPr lang="ko-KR" altLang="en-US" sz="1400" dirty="0" smtClean="0"/>
              <a:t> 정보를 최초 한번만 읽어오는데 개발자도구로 </a:t>
            </a:r>
            <a:r>
              <a:rPr lang="ko-KR" altLang="en-US" sz="1400" dirty="0" err="1" smtClean="0"/>
              <a:t>접수창</a:t>
            </a:r>
            <a:r>
              <a:rPr lang="ko-KR" altLang="en-US" sz="1400" dirty="0" smtClean="0"/>
              <a:t> 상단 부분을 선택 후 </a:t>
            </a:r>
            <a:r>
              <a:rPr lang="en-US" altLang="ko-KR" sz="1400" dirty="0" err="1" smtClean="0"/>
              <a:t>getExtInfo</a:t>
            </a:r>
            <a:r>
              <a:rPr lang="en-US" altLang="ko-KR" sz="1400" dirty="0" smtClean="0"/>
              <a:t>()</a:t>
            </a:r>
            <a:r>
              <a:rPr lang="ko-KR" altLang="en-US" sz="1400" dirty="0" smtClean="0"/>
              <a:t>를 실행시키면 테스트 가능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최초의 저장된 데이터가 변하진 않으므로 문제 수정 후 다시 발송해서 확인 필요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3-5. </a:t>
            </a:r>
            <a:r>
              <a:rPr lang="ko-KR" altLang="en-US" sz="1400" dirty="0" err="1" smtClean="0"/>
              <a:t>유통문서를</a:t>
            </a:r>
            <a:r>
              <a:rPr lang="ko-KR" altLang="en-US" sz="1400" dirty="0" smtClean="0"/>
              <a:t> 발송할 때 사용할 수 있는 </a:t>
            </a:r>
            <a:r>
              <a:rPr lang="en-US" altLang="ko-KR" sz="1400" dirty="0" smtClean="0"/>
              <a:t>html </a:t>
            </a:r>
            <a:r>
              <a:rPr lang="ko-KR" altLang="en-US" sz="1400" dirty="0" smtClean="0"/>
              <a:t>태그 및 태그의 스타일은</a:t>
            </a:r>
            <a:endParaRPr lang="en-US" altLang="ko-KR" sz="1400" dirty="0" smtClean="0"/>
          </a:p>
          <a:p>
            <a:r>
              <a:rPr lang="en-US" altLang="ko-KR" sz="1400" dirty="0" err="1" smtClean="0"/>
              <a:t>sendXML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폴더의 </a:t>
            </a:r>
            <a:r>
              <a:rPr lang="en-US" altLang="ko-KR" sz="1400" dirty="0" smtClean="0"/>
              <a:t>xhtml4pubdoc.mod </a:t>
            </a:r>
            <a:r>
              <a:rPr lang="ko-KR" altLang="en-US" sz="1400" dirty="0" smtClean="0"/>
              <a:t>을 보면 알 수 있음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3-6. </a:t>
            </a:r>
            <a:r>
              <a:rPr lang="ko-KR" altLang="en-US" sz="1400" dirty="0" err="1" smtClean="0"/>
              <a:t>유통문서</a:t>
            </a:r>
            <a:r>
              <a:rPr lang="ko-KR" altLang="en-US" sz="1400" dirty="0" smtClean="0"/>
              <a:t> 접수 할 때는 외부에서 발송한 태그를 우리 제품에서 가공해서 보기 좋게 표시해 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실제 발송한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과 다르게 보일 수 있음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3-7. </a:t>
            </a:r>
            <a:r>
              <a:rPr lang="ko-KR" altLang="en-US" sz="1400" dirty="0" smtClean="0"/>
              <a:t>결재완료문서 창에서 보는 문서와 발송 창에서 보이는 문서의 </a:t>
            </a:r>
            <a:r>
              <a:rPr lang="en-US" altLang="ko-KR" sz="1400" dirty="0" err="1" smtClean="0"/>
              <a:t>css</a:t>
            </a:r>
            <a:r>
              <a:rPr lang="ko-KR" altLang="en-US" sz="1400" dirty="0" smtClean="0"/>
              <a:t>가 다름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결재완료문서 창에서는 </a:t>
            </a:r>
            <a:r>
              <a:rPr lang="en-US" altLang="ko-KR" sz="1400" dirty="0" err="1" smtClean="0"/>
              <a:t>apprGConDocViewContent.jsp</a:t>
            </a:r>
            <a:r>
              <a:rPr lang="ko-KR" altLang="en-US" sz="1400" dirty="0" smtClean="0"/>
              <a:t>의 </a:t>
            </a:r>
            <a:r>
              <a:rPr lang="en-US" altLang="ko-KR" sz="1400" dirty="0" err="1" smtClean="0"/>
              <a:t>Set_EditorContentURL</a:t>
            </a:r>
            <a:r>
              <a:rPr lang="en-US" altLang="ko-KR" sz="1400" dirty="0" smtClean="0"/>
              <a:t>() 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margin-top: 0px, margin-bottom: 0px </a:t>
            </a:r>
            <a:r>
              <a:rPr lang="ko-KR" altLang="en-US" sz="1400" dirty="0" smtClean="0"/>
              <a:t>가 되도록 처리를 해주고 있음</a:t>
            </a:r>
            <a:r>
              <a:rPr lang="en-US" altLang="ko-KR" sz="14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164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8C62F0-12D5-4010-9E07-CCE720C3ACAC}"/>
              </a:ext>
            </a:extLst>
          </p:cNvPr>
          <p:cNvSpPr/>
          <p:nvPr/>
        </p:nvSpPr>
        <p:spPr bwMode="auto">
          <a:xfrm>
            <a:off x="1706879" y="1431348"/>
            <a:ext cx="8642465" cy="4474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ko-KR" sz="40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30" y="790590"/>
            <a:ext cx="91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 </a:t>
            </a:r>
            <a:r>
              <a:rPr lang="ko-KR" altLang="en-US" b="1" dirty="0" err="1" smtClean="0"/>
              <a:t>문서유통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개발시</a:t>
            </a:r>
            <a:r>
              <a:rPr lang="ko-KR" altLang="en-US" b="1" dirty="0" smtClean="0"/>
              <a:t> 참고사항</a:t>
            </a:r>
            <a:r>
              <a:rPr lang="en-US" altLang="ko-KR" b="1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36864" y="1679171"/>
            <a:ext cx="75479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3-8. </a:t>
            </a:r>
            <a:r>
              <a:rPr lang="en-US" altLang="ko-KR" sz="1400" dirty="0" err="1" smtClean="0"/>
              <a:t>tbl_codelist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CODE1 = A36, CODE2=003 </a:t>
            </a:r>
            <a:r>
              <a:rPr lang="ko-KR" altLang="en-US" sz="1400" dirty="0" smtClean="0"/>
              <a:t>인 항목에서 </a:t>
            </a:r>
            <a:r>
              <a:rPr lang="ko-KR" altLang="en-US" sz="1400" dirty="0" err="1" smtClean="0"/>
              <a:t>유통문서</a:t>
            </a:r>
            <a:r>
              <a:rPr lang="ko-KR" altLang="en-US" sz="1400" dirty="0" smtClean="0"/>
              <a:t> 접수 시 문서 정보를 표시해줄 빈 양식 경로가 저장되어 있음</a:t>
            </a:r>
            <a:r>
              <a:rPr lang="en-US" altLang="ko-KR" sz="1400" dirty="0" smtClean="0"/>
              <a:t>. HWP</a:t>
            </a:r>
            <a:r>
              <a:rPr lang="ko-KR" altLang="en-US" sz="1400" dirty="0" smtClean="0"/>
              <a:t>인지 </a:t>
            </a:r>
            <a:r>
              <a:rPr lang="en-US" altLang="ko-KR" sz="1400" dirty="0" smtClean="0"/>
              <a:t>MHT </a:t>
            </a:r>
            <a:r>
              <a:rPr lang="ko-KR" altLang="en-US" sz="1400" dirty="0" smtClean="0"/>
              <a:t>인지에 따라서 파일 </a:t>
            </a:r>
            <a:r>
              <a:rPr lang="ko-KR" altLang="en-US" sz="1400" dirty="0" err="1" smtClean="0"/>
              <a:t>지정해줘야함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빈 양식은 </a:t>
            </a:r>
            <a:r>
              <a:rPr lang="en-US" altLang="ko-KR" sz="1400" dirty="0" smtClean="0"/>
              <a:t>../ezflow4Java/files/</a:t>
            </a:r>
            <a:r>
              <a:rPr lang="en-US" altLang="ko-KR" sz="1400" dirty="0" err="1" smtClean="0"/>
              <a:t>upload_approvalG</a:t>
            </a:r>
            <a:r>
              <a:rPr lang="en-US" altLang="ko-KR" sz="1400" dirty="0" smtClean="0"/>
              <a:t>/form/ </a:t>
            </a:r>
            <a:r>
              <a:rPr lang="ko-KR" altLang="en-US" sz="1400" dirty="0" smtClean="0"/>
              <a:t>에 위치해 있음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3-9. </a:t>
            </a:r>
            <a:r>
              <a:rPr lang="ko-KR" altLang="en-US" sz="1400" dirty="0" smtClean="0"/>
              <a:t>발송 테스트할 때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스케쥴러</a:t>
            </a:r>
            <a:r>
              <a:rPr lang="ko-KR" altLang="en-US" sz="1400" dirty="0" smtClean="0"/>
              <a:t> 돌리지 않고 컨트롤러를 호출하는 방식으로 테스트 하려면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 smtClean="0"/>
              <a:t>EzApprovalGRelayScheduler.java </a:t>
            </a:r>
            <a:r>
              <a:rPr lang="ko-KR" altLang="en-US" sz="1400" dirty="0" smtClean="0"/>
              <a:t>의 클래스에 </a:t>
            </a:r>
            <a:r>
              <a:rPr lang="en-US" altLang="ko-KR" sz="1400" dirty="0" smtClean="0"/>
              <a:t>@Controller </a:t>
            </a:r>
            <a:r>
              <a:rPr lang="ko-KR" altLang="en-US" sz="1400" dirty="0" err="1" smtClean="0"/>
              <a:t>어노테이션을</a:t>
            </a:r>
            <a:r>
              <a:rPr lang="ko-KR" altLang="en-US" sz="1400" dirty="0" smtClean="0"/>
              <a:t> 붙이고</a:t>
            </a:r>
            <a:r>
              <a:rPr lang="en-US" altLang="ko-KR" sz="1400" dirty="0" smtClean="0"/>
              <a:t>, relay.do </a:t>
            </a:r>
            <a:r>
              <a:rPr lang="ko-KR" altLang="en-US" sz="1400" dirty="0" err="1" smtClean="0"/>
              <a:t>리퀘스트</a:t>
            </a:r>
            <a:r>
              <a:rPr lang="ko-KR" altLang="en-US" sz="1400" dirty="0" smtClean="0"/>
              <a:t> 매핑을 </a:t>
            </a:r>
            <a:r>
              <a:rPr lang="ko-KR" altLang="en-US" sz="1400" dirty="0" err="1" smtClean="0"/>
              <a:t>주석해제</a:t>
            </a:r>
            <a:r>
              <a:rPr lang="ko-KR" altLang="en-US" sz="1400" dirty="0" smtClean="0"/>
              <a:t> 하고 </a:t>
            </a:r>
            <a:r>
              <a:rPr lang="en-US" altLang="ko-KR" sz="1400" dirty="0" smtClean="0"/>
              <a:t>@Scheduled </a:t>
            </a:r>
            <a:r>
              <a:rPr lang="ko-KR" altLang="en-US" sz="1400" dirty="0" err="1" smtClean="0"/>
              <a:t>어노테이션을</a:t>
            </a:r>
            <a:r>
              <a:rPr lang="ko-KR" altLang="en-US" sz="1400" dirty="0" smtClean="0"/>
              <a:t> 주석처리 한 후</a:t>
            </a:r>
            <a:r>
              <a:rPr lang="en-US" altLang="ko-KR" sz="1400" dirty="0" smtClean="0"/>
              <a:t>, relay.do </a:t>
            </a:r>
            <a:r>
              <a:rPr lang="ko-KR" altLang="en-US" sz="1400" dirty="0" smtClean="0"/>
              <a:t>호출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73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787</Words>
  <Application>Microsoft Office PowerPoint</Application>
  <PresentationFormat>와이드스크린</PresentationFormat>
  <Paragraphs>87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전자결재G 문서유통 개발참고 문서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128</cp:revision>
  <dcterms:created xsi:type="dcterms:W3CDTF">2019-05-13T08:13:24Z</dcterms:created>
  <dcterms:modified xsi:type="dcterms:W3CDTF">2019-08-14T11:31:24Z</dcterms:modified>
</cp:coreProperties>
</file>