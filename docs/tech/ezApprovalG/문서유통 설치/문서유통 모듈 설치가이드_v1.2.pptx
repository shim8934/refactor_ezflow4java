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6" r:id="rId3"/>
    <p:sldId id="287" r:id="rId4"/>
    <p:sldId id="257" r:id="rId5"/>
    <p:sldId id="266" r:id="rId6"/>
    <p:sldId id="267" r:id="rId7"/>
    <p:sldId id="269" r:id="rId8"/>
    <p:sldId id="268" r:id="rId9"/>
    <p:sldId id="270" r:id="rId10"/>
    <p:sldId id="261" r:id="rId11"/>
    <p:sldId id="262" r:id="rId12"/>
    <p:sldId id="271" r:id="rId13"/>
    <p:sldId id="263" r:id="rId14"/>
    <p:sldId id="260" r:id="rId15"/>
    <p:sldId id="272" r:id="rId16"/>
    <p:sldId id="258" r:id="rId17"/>
    <p:sldId id="264" r:id="rId18"/>
    <p:sldId id="288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강 민수" initials="강민" lastIdx="30" clrIdx="0">
    <p:extLst>
      <p:ext uri="{19B8F6BF-5375-455C-9EA6-DF929625EA0E}">
        <p15:presenceInfo xmlns:p15="http://schemas.microsoft.com/office/powerpoint/2012/main" userId="780c4502880061c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EB286-2530-481D-BB2C-E75D99E91DD0}" type="datetimeFigureOut">
              <a:rPr lang="ko-KR" altLang="en-US" smtClean="0"/>
              <a:t>2021-01-10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1F9D-4917-40FC-A602-CA43BA8DA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8380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EB286-2530-481D-BB2C-E75D99E91DD0}" type="datetimeFigureOut">
              <a:rPr lang="ko-KR" altLang="en-US" smtClean="0"/>
              <a:t>2021-01-10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1F9D-4917-40FC-A602-CA43BA8DA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493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EB286-2530-481D-BB2C-E75D99E91DD0}" type="datetimeFigureOut">
              <a:rPr lang="ko-KR" altLang="en-US" smtClean="0"/>
              <a:t>2021-01-10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1F9D-4917-40FC-A602-CA43BA8DA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5756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EB286-2530-481D-BB2C-E75D99E91DD0}" type="datetimeFigureOut">
              <a:rPr lang="ko-KR" altLang="en-US" smtClean="0"/>
              <a:t>2021-01-10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1F9D-4917-40FC-A602-CA43BA8DA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6187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EB286-2530-481D-BB2C-E75D99E91DD0}" type="datetimeFigureOut">
              <a:rPr lang="ko-KR" altLang="en-US" smtClean="0"/>
              <a:t>2021-01-10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1F9D-4917-40FC-A602-CA43BA8DA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2846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EB286-2530-481D-BB2C-E75D99E91DD0}" type="datetimeFigureOut">
              <a:rPr lang="ko-KR" altLang="en-US" smtClean="0"/>
              <a:t>2021-01-10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1F9D-4917-40FC-A602-CA43BA8DA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4689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EB286-2530-481D-BB2C-E75D99E91DD0}" type="datetimeFigureOut">
              <a:rPr lang="ko-KR" altLang="en-US" smtClean="0"/>
              <a:t>2021-01-10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1F9D-4917-40FC-A602-CA43BA8DA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0964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EB286-2530-481D-BB2C-E75D99E91DD0}" type="datetimeFigureOut">
              <a:rPr lang="ko-KR" altLang="en-US" smtClean="0"/>
              <a:t>2021-01-10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1F9D-4917-40FC-A602-CA43BA8DA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8264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EB286-2530-481D-BB2C-E75D99E91DD0}" type="datetimeFigureOut">
              <a:rPr lang="ko-KR" altLang="en-US" smtClean="0"/>
              <a:t>2021-01-10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1F9D-4917-40FC-A602-CA43BA8DA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6862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EB286-2530-481D-BB2C-E75D99E91DD0}" type="datetimeFigureOut">
              <a:rPr lang="ko-KR" altLang="en-US" smtClean="0"/>
              <a:t>2021-01-10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1F9D-4917-40FC-A602-CA43BA8DA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6350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EB286-2530-481D-BB2C-E75D99E91DD0}" type="datetimeFigureOut">
              <a:rPr lang="ko-KR" altLang="en-US" smtClean="0"/>
              <a:t>2021-01-10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1F9D-4917-40FC-A602-CA43BA8DA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140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EEB286-2530-481D-BB2C-E75D99E91DD0}" type="datetimeFigureOut">
              <a:rPr lang="ko-KR" altLang="en-US" smtClean="0"/>
              <a:t>2021-01-10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F1F9D-4917-40FC-A602-CA43BA8DA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6617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문서유통</a:t>
            </a:r>
            <a:r>
              <a:rPr lang="ko-KR" altLang="en-US" dirty="0"/>
              <a:t> 모듈 </a:t>
            </a:r>
            <a:r>
              <a:rPr lang="ko-KR" altLang="en-US" dirty="0" err="1"/>
              <a:t>설치가이드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347008" y="4423410"/>
            <a:ext cx="3260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최조작성</a:t>
            </a:r>
            <a:r>
              <a:rPr lang="en-US" altLang="ko-KR" dirty="0"/>
              <a:t>: 2019.12.13 </a:t>
            </a:r>
            <a:r>
              <a:rPr lang="ko-KR" altLang="en-US" dirty="0" err="1"/>
              <a:t>홍대표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8189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612FCD2-0E82-42BA-A050-B346527212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56605"/>
              </p:ext>
            </p:extLst>
          </p:nvPr>
        </p:nvGraphicFramePr>
        <p:xfrm>
          <a:off x="595745" y="429491"/>
          <a:ext cx="10972801" cy="60128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3058">
                  <a:extLst>
                    <a:ext uri="{9D8B030D-6E8A-4147-A177-3AD203B41FA5}">
                      <a16:colId xmlns:a16="http://schemas.microsoft.com/office/drawing/2014/main" val="2991356662"/>
                    </a:ext>
                  </a:extLst>
                </a:gridCol>
                <a:gridCol w="982691">
                  <a:extLst>
                    <a:ext uri="{9D8B030D-6E8A-4147-A177-3AD203B41FA5}">
                      <a16:colId xmlns:a16="http://schemas.microsoft.com/office/drawing/2014/main" val="3078980796"/>
                    </a:ext>
                  </a:extLst>
                </a:gridCol>
                <a:gridCol w="1842545">
                  <a:extLst>
                    <a:ext uri="{9D8B030D-6E8A-4147-A177-3AD203B41FA5}">
                      <a16:colId xmlns:a16="http://schemas.microsoft.com/office/drawing/2014/main" val="875996829"/>
                    </a:ext>
                  </a:extLst>
                </a:gridCol>
                <a:gridCol w="4381740">
                  <a:extLst>
                    <a:ext uri="{9D8B030D-6E8A-4147-A177-3AD203B41FA5}">
                      <a16:colId xmlns:a16="http://schemas.microsoft.com/office/drawing/2014/main" val="996054545"/>
                    </a:ext>
                  </a:extLst>
                </a:gridCol>
                <a:gridCol w="1351200">
                  <a:extLst>
                    <a:ext uri="{9D8B030D-6E8A-4147-A177-3AD203B41FA5}">
                      <a16:colId xmlns:a16="http://schemas.microsoft.com/office/drawing/2014/main" val="4114268854"/>
                    </a:ext>
                  </a:extLst>
                </a:gridCol>
                <a:gridCol w="1391567">
                  <a:extLst>
                    <a:ext uri="{9D8B030D-6E8A-4147-A177-3AD203B41FA5}">
                      <a16:colId xmlns:a16="http://schemas.microsoft.com/office/drawing/2014/main" val="1610462873"/>
                    </a:ext>
                  </a:extLst>
                </a:gridCol>
              </a:tblGrid>
              <a:tr h="4041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번호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버전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작성일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변경사항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669625"/>
                  </a:ext>
                </a:extLst>
              </a:tr>
              <a:tr h="4041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2019.12.13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 작성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홍대표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801106"/>
                  </a:ext>
                </a:extLst>
              </a:tr>
              <a:tr h="4041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02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2020.08.21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상세항목 추가 및 보완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강민수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0615028"/>
                  </a:ext>
                </a:extLst>
              </a:tr>
              <a:tr h="4041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03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2021.01.11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설치 오류관련 보완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김민성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7332083"/>
                  </a:ext>
                </a:extLst>
              </a:tr>
              <a:tr h="4041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3623147"/>
                  </a:ext>
                </a:extLst>
              </a:tr>
              <a:tr h="4041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631124"/>
                  </a:ext>
                </a:extLst>
              </a:tr>
              <a:tr h="45482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9083371"/>
                  </a:ext>
                </a:extLst>
              </a:tr>
              <a:tr h="45482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3419423"/>
                  </a:ext>
                </a:extLst>
              </a:tr>
              <a:tr h="45482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3314198"/>
                  </a:ext>
                </a:extLst>
              </a:tr>
              <a:tr h="45482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266089"/>
                  </a:ext>
                </a:extLst>
              </a:tr>
              <a:tr h="45482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8465119"/>
                  </a:ext>
                </a:extLst>
              </a:tr>
              <a:tr h="45482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51820"/>
                  </a:ext>
                </a:extLst>
              </a:tr>
              <a:tr h="45482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8453754"/>
                  </a:ext>
                </a:extLst>
              </a:tr>
              <a:tr h="4041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4008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2062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997679-AD6A-4D1C-8056-744E58085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2064026" cy="422054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준비항목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1F9092-BD50-40A4-A53A-BF6834679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0790"/>
            <a:ext cx="10515600" cy="5326173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sz="1400" dirty="0"/>
              <a:t>문서유통서버의 사용자 계정필요</a:t>
            </a:r>
            <a:r>
              <a:rPr lang="en-US" altLang="ko-KR" sz="1400" dirty="0"/>
              <a:t>(</a:t>
            </a:r>
            <a:r>
              <a:rPr lang="en-US" altLang="ko-KR" sz="1400" dirty="0" err="1"/>
              <a:t>jmocha</a:t>
            </a:r>
            <a:r>
              <a:rPr lang="en-US" altLang="ko-KR" sz="1400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/>
              <a:t>필요한 포트 개방 요청</a:t>
            </a:r>
            <a:r>
              <a:rPr lang="en-US" altLang="ko-KR" sz="1400" dirty="0"/>
              <a:t>(</a:t>
            </a:r>
            <a:r>
              <a:rPr lang="ko-KR" altLang="en-US" sz="1400" dirty="0"/>
              <a:t>그룹웨어와 문서유통서버</a:t>
            </a:r>
            <a:r>
              <a:rPr lang="en-US" altLang="ko-KR" sz="1400" dirty="0"/>
              <a:t>(</a:t>
            </a:r>
            <a:r>
              <a:rPr lang="en-US" altLang="ko-KR" sz="1400" dirty="0" err="1"/>
              <a:t>nfs</a:t>
            </a:r>
            <a:r>
              <a:rPr lang="en-US" altLang="ko-KR" sz="1400" dirty="0"/>
              <a:t> </a:t>
            </a:r>
            <a:r>
              <a:rPr lang="ko-KR" altLang="en-US" sz="1400" dirty="0"/>
              <a:t>선택적으로 신청</a:t>
            </a:r>
            <a:r>
              <a:rPr lang="en-US" altLang="ko-KR" sz="1400" dirty="0"/>
              <a:t>), </a:t>
            </a:r>
            <a:r>
              <a:rPr lang="ko-KR" altLang="en-US" sz="1400" dirty="0"/>
              <a:t>문서유통서버와 </a:t>
            </a:r>
            <a:r>
              <a:rPr lang="en-US" altLang="ko-KR" sz="1400" dirty="0"/>
              <a:t>GPKI, </a:t>
            </a:r>
            <a:r>
              <a:rPr lang="ko-KR" altLang="en-US" sz="1400" dirty="0"/>
              <a:t>문서유통서버와 문서유통센터</a:t>
            </a:r>
            <a:r>
              <a:rPr lang="en-US" altLang="ko-KR" sz="1400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 err="1"/>
              <a:t>문서유통모듈</a:t>
            </a:r>
            <a:r>
              <a:rPr lang="en-US" altLang="ko-KR" sz="1400" dirty="0"/>
              <a:t>(</a:t>
            </a:r>
            <a:r>
              <a:rPr lang="ko-KR" altLang="en-US" sz="1400" dirty="0"/>
              <a:t>문서유통 공인 및 사설아이피와 같이 문서유통센터에 </a:t>
            </a:r>
            <a:r>
              <a:rPr lang="ko-KR" altLang="en-US" sz="1400" dirty="0" err="1"/>
              <a:t>신청시</a:t>
            </a:r>
            <a:r>
              <a:rPr lang="ko-KR" altLang="en-US" sz="1400" dirty="0"/>
              <a:t> 발급가능</a:t>
            </a:r>
            <a:r>
              <a:rPr lang="en-US" altLang="ko-KR" sz="1400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/>
              <a:t>GPKI </a:t>
            </a:r>
            <a:r>
              <a:rPr lang="ko-KR" altLang="en-US" sz="1400" dirty="0"/>
              <a:t>모듈</a:t>
            </a:r>
            <a:r>
              <a:rPr lang="en-US" altLang="ko-KR" sz="1400" dirty="0"/>
              <a:t>(</a:t>
            </a:r>
            <a:r>
              <a:rPr lang="ko-KR" altLang="en-US" sz="1400" dirty="0"/>
              <a:t>기존에 사용하는 </a:t>
            </a:r>
            <a:r>
              <a:rPr lang="ko-KR" altLang="en-US" sz="1400" dirty="0" err="1"/>
              <a:t>문서유통모듈의</a:t>
            </a:r>
            <a:r>
              <a:rPr lang="ko-KR" altLang="en-US" sz="1400" dirty="0"/>
              <a:t> 사용환경이 변화한 경우 다시 발급받아야 함</a:t>
            </a:r>
            <a:r>
              <a:rPr lang="en-US" altLang="ko-KR" sz="1400" dirty="0"/>
              <a:t>. </a:t>
            </a:r>
            <a:r>
              <a:rPr lang="ko-KR" altLang="en-US" sz="1400" dirty="0"/>
              <a:t>초기 압축해제 비번</a:t>
            </a:r>
            <a:r>
              <a:rPr lang="en-US" altLang="ko-KR" sz="1400" dirty="0"/>
              <a:t>:818)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/>
              <a:t>GPKI </a:t>
            </a:r>
            <a:r>
              <a:rPr lang="ko-KR" altLang="en-US" sz="1400" dirty="0"/>
              <a:t>인증서</a:t>
            </a:r>
            <a:r>
              <a:rPr lang="en-US" altLang="ko-KR" sz="1400" dirty="0"/>
              <a:t>(GPKI </a:t>
            </a:r>
            <a:r>
              <a:rPr lang="ko-KR" altLang="en-US" sz="1400" dirty="0"/>
              <a:t>모듈과 함께 전달 받음</a:t>
            </a:r>
            <a:r>
              <a:rPr lang="en-US" altLang="ko-KR" sz="1400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/>
              <a:t>GPKI </a:t>
            </a:r>
            <a:r>
              <a:rPr lang="ko-KR" altLang="en-US" sz="1400" dirty="0"/>
              <a:t>사용자 인증서 및 인증서 비밀번호</a:t>
            </a:r>
            <a:r>
              <a:rPr lang="en-US" altLang="ko-KR" sz="1400" dirty="0"/>
              <a:t>(</a:t>
            </a:r>
            <a:r>
              <a:rPr lang="en-US" altLang="ko-KR" sz="1400" dirty="0" err="1"/>
              <a:t>cer</a:t>
            </a:r>
            <a:r>
              <a:rPr lang="en-US" altLang="ko-KR" sz="1400" dirty="0"/>
              <a:t> </a:t>
            </a:r>
            <a:r>
              <a:rPr lang="ko-KR" altLang="en-US" sz="1400" dirty="0"/>
              <a:t>과 </a:t>
            </a:r>
            <a:r>
              <a:rPr lang="en-US" altLang="ko-KR" sz="1400" dirty="0"/>
              <a:t>key </a:t>
            </a:r>
            <a:r>
              <a:rPr lang="ko-KR" altLang="en-US" sz="1400" dirty="0"/>
              <a:t>확장자 파일의 인증서 및 비밀번호</a:t>
            </a:r>
            <a:r>
              <a:rPr lang="en-US" altLang="ko-KR" sz="1400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 err="1"/>
              <a:t>exPack</a:t>
            </a:r>
            <a:r>
              <a:rPr lang="en-US" altLang="ko-KR" sz="1400" dirty="0"/>
              <a:t> </a:t>
            </a:r>
            <a:r>
              <a:rPr lang="ko-KR" altLang="en-US" sz="1400" dirty="0"/>
              <a:t>폴더 및 파일</a:t>
            </a:r>
            <a:r>
              <a:rPr lang="en-US" altLang="ko-KR" sz="1400" dirty="0"/>
              <a:t>(</a:t>
            </a:r>
            <a:r>
              <a:rPr lang="ko-KR" altLang="en-US" sz="1400" dirty="0"/>
              <a:t>그룹웨어의 문서유통 관련 폴더</a:t>
            </a:r>
            <a:r>
              <a:rPr lang="en-US" altLang="ko-KR" sz="1400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/>
              <a:t>32bitso(</a:t>
            </a:r>
            <a:r>
              <a:rPr lang="ko-KR" altLang="en-US" sz="1400" dirty="0"/>
              <a:t>문서유통 모듈에서 사용해야 하는 라이브러리 파일들</a:t>
            </a:r>
            <a:r>
              <a:rPr lang="en-US" altLang="ko-KR" sz="1400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 err="1"/>
              <a:t>jdk</a:t>
            </a:r>
            <a:r>
              <a:rPr lang="en-US" altLang="ko-KR" sz="1400" dirty="0"/>
              <a:t> 1.4 </a:t>
            </a:r>
            <a:r>
              <a:rPr lang="ko-KR" altLang="en-US" sz="1400" dirty="0"/>
              <a:t>버전</a:t>
            </a:r>
            <a:r>
              <a:rPr lang="en-US" altLang="ko-KR" sz="1400" dirty="0"/>
              <a:t>(</a:t>
            </a:r>
            <a:r>
              <a:rPr lang="ko-KR" altLang="en-US" sz="1400" dirty="0" err="1"/>
              <a:t>문서유통모듈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실행시</a:t>
            </a:r>
            <a:r>
              <a:rPr lang="ko-KR" altLang="en-US" sz="1400" dirty="0"/>
              <a:t> 사용</a:t>
            </a:r>
            <a:r>
              <a:rPr lang="en-US" altLang="ko-KR" sz="1400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/>
              <a:t>yum </a:t>
            </a:r>
            <a:r>
              <a:rPr lang="ko-KR" altLang="en-US" sz="1400" dirty="0"/>
              <a:t>명령어 사용 환경 필요</a:t>
            </a:r>
            <a:r>
              <a:rPr lang="en-US" altLang="ko-KR" sz="1400" dirty="0"/>
              <a:t>(</a:t>
            </a:r>
            <a:r>
              <a:rPr lang="en-US" altLang="ko-KR" sz="1400" dirty="0" err="1"/>
              <a:t>jdk</a:t>
            </a:r>
            <a:r>
              <a:rPr lang="en-US" altLang="ko-KR" sz="1400" dirty="0"/>
              <a:t> </a:t>
            </a:r>
            <a:r>
              <a:rPr lang="ko-KR" altLang="en-US" sz="1400" dirty="0" err="1"/>
              <a:t>실행시</a:t>
            </a:r>
            <a:r>
              <a:rPr lang="ko-KR" altLang="en-US" sz="1400" dirty="0"/>
              <a:t> 필요한 라이브러리 및 </a:t>
            </a:r>
            <a:r>
              <a:rPr lang="en-US" altLang="ko-KR" sz="1400" dirty="0"/>
              <a:t>glibc.i686 </a:t>
            </a:r>
            <a:r>
              <a:rPr lang="ko-KR" altLang="en-US" sz="1400" dirty="0"/>
              <a:t>설치</a:t>
            </a:r>
            <a:r>
              <a:rPr lang="en-US" altLang="ko-KR" sz="1400" dirty="0"/>
              <a:t>)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400" dirty="0"/>
          </a:p>
          <a:p>
            <a:pPr marL="342900" indent="-342900">
              <a:buFont typeface="+mj-lt"/>
              <a:buAutoNum type="arabicPeriod"/>
            </a:pP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516264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48690" y="651510"/>
            <a:ext cx="1046988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유통서버에서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sz="1600" dirty="0" err="1"/>
              <a:t>문서유통</a:t>
            </a:r>
            <a:r>
              <a:rPr lang="ko-KR" altLang="en-US" sz="1600" dirty="0"/>
              <a:t> 모듈을 압축해제</a:t>
            </a:r>
            <a:r>
              <a:rPr lang="en-US" altLang="ko-KR" sz="1600" dirty="0"/>
              <a:t>. </a:t>
            </a:r>
            <a:r>
              <a:rPr lang="ko-KR" altLang="en-US" sz="1600" dirty="0"/>
              <a:t>특정 폴더에 위치</a:t>
            </a:r>
            <a:r>
              <a:rPr lang="en-US" altLang="ko-KR" sz="1600" dirty="0"/>
              <a:t>(</a:t>
            </a:r>
            <a:r>
              <a:rPr lang="ko-KR" altLang="en-US" sz="1600" dirty="0"/>
              <a:t>여기에서는 </a:t>
            </a:r>
            <a:r>
              <a:rPr lang="en-US" altLang="ko-KR" sz="1600" dirty="0"/>
              <a:t>/home/</a:t>
            </a:r>
            <a:r>
              <a:rPr lang="en-US" altLang="ko-KR" sz="1600" dirty="0" err="1"/>
              <a:t>jmocha</a:t>
            </a:r>
            <a:r>
              <a:rPr lang="en-US" altLang="ko-KR" sz="1600" dirty="0"/>
              <a:t>/relay</a:t>
            </a:r>
            <a:r>
              <a:rPr lang="ko-KR" altLang="en-US" sz="1600" dirty="0"/>
              <a:t>에 위치했다고 가정</a:t>
            </a:r>
            <a:r>
              <a:rPr lang="en-US" altLang="ko-KR" sz="1600" dirty="0"/>
              <a:t>.)</a:t>
            </a:r>
          </a:p>
          <a:p>
            <a:pPr marL="342900" indent="-342900">
              <a:buAutoNum type="arabicPeriod"/>
            </a:pPr>
            <a:r>
              <a:rPr lang="en-US" altLang="ko-KR" sz="1600" dirty="0"/>
              <a:t>/</a:t>
            </a:r>
            <a:r>
              <a:rPr lang="en-US" altLang="ko-KR" sz="1600" dirty="0" err="1"/>
              <a:t>etc</a:t>
            </a:r>
            <a:r>
              <a:rPr lang="en-US" altLang="ko-KR" sz="1600" dirty="0"/>
              <a:t>/hosts </a:t>
            </a:r>
            <a:r>
              <a:rPr lang="ko-KR" altLang="en-US" sz="1600" dirty="0"/>
              <a:t>파일에 </a:t>
            </a:r>
            <a:r>
              <a:rPr lang="ko-KR" altLang="en-US" sz="1600" dirty="0" err="1"/>
              <a:t>유통서버</a:t>
            </a:r>
            <a:r>
              <a:rPr lang="en-US" altLang="ko-KR" sz="1600" dirty="0" err="1"/>
              <a:t>ip</a:t>
            </a:r>
            <a:r>
              <a:rPr lang="ko-KR" altLang="en-US" sz="1600" dirty="0"/>
              <a:t>를 호스트네임으로 등록해준다</a:t>
            </a:r>
            <a:r>
              <a:rPr lang="en-US" altLang="ko-KR" sz="1600" dirty="0"/>
              <a:t>. </a:t>
            </a:r>
            <a:r>
              <a:rPr lang="ko-KR" altLang="en-US" sz="1600" dirty="0"/>
              <a:t>등록해주지 않으면 유통 모듈 올라갈 때</a:t>
            </a:r>
            <a:r>
              <a:rPr lang="en-US" altLang="ko-KR" sz="1600" dirty="0"/>
              <a:t>, IP Match </a:t>
            </a:r>
            <a:r>
              <a:rPr lang="ko-KR" altLang="en-US" sz="1600" dirty="0"/>
              <a:t>관련 에러가 발생한다</a:t>
            </a:r>
            <a:r>
              <a:rPr lang="en-US" altLang="ko-KR" sz="1600" dirty="0"/>
              <a:t>. (</a:t>
            </a:r>
            <a:r>
              <a:rPr lang="ko-KR" altLang="en-US" sz="1600" dirty="0"/>
              <a:t>보통은 인터넷망으로 </a:t>
            </a:r>
            <a:r>
              <a:rPr lang="ko-KR" altLang="en-US" sz="1600" dirty="0" err="1"/>
              <a:t>들어온걸</a:t>
            </a:r>
            <a:r>
              <a:rPr lang="ko-KR" altLang="en-US" sz="1600" dirty="0"/>
              <a:t> </a:t>
            </a:r>
            <a:r>
              <a:rPr lang="en-US" altLang="ko-KR" sz="1600" dirty="0"/>
              <a:t>NAT</a:t>
            </a:r>
            <a:r>
              <a:rPr lang="ko-KR" altLang="en-US" sz="1600" dirty="0"/>
              <a:t>를 통해 </a:t>
            </a:r>
            <a:r>
              <a:rPr lang="en-US" altLang="ko-KR" sz="1600" dirty="0" err="1"/>
              <a:t>ip</a:t>
            </a:r>
            <a:r>
              <a:rPr lang="ko-KR" altLang="en-US" sz="1600" dirty="0"/>
              <a:t>를 바꿔주므로 공인</a:t>
            </a:r>
            <a:r>
              <a:rPr lang="en-US" altLang="ko-KR" sz="1600" dirty="0" err="1"/>
              <a:t>ip</a:t>
            </a:r>
            <a:r>
              <a:rPr lang="ko-KR" altLang="en-US" sz="1600" dirty="0"/>
              <a:t>로 신청할 경우가 많음</a:t>
            </a:r>
            <a:r>
              <a:rPr lang="en-US" altLang="ko-KR" sz="1600" dirty="0"/>
              <a:t>.</a:t>
            </a:r>
            <a:r>
              <a:rPr lang="ko-KR" altLang="en-US" sz="1600" dirty="0"/>
              <a:t> 따라서</a:t>
            </a:r>
            <a:r>
              <a:rPr lang="en-US" altLang="ko-KR" sz="1600" dirty="0"/>
              <a:t>,</a:t>
            </a:r>
            <a:r>
              <a:rPr lang="ko-KR" altLang="en-US" sz="1600" dirty="0"/>
              <a:t> 공인</a:t>
            </a:r>
            <a:r>
              <a:rPr lang="en-US" altLang="ko-KR" sz="1600" dirty="0" err="1"/>
              <a:t>ip</a:t>
            </a:r>
            <a:r>
              <a:rPr lang="ko-KR" altLang="en-US" sz="1600" dirty="0"/>
              <a:t>를 입력해야 정상동작하는 경우가 많음</a:t>
            </a:r>
            <a:r>
              <a:rPr lang="en-US" altLang="ko-KR" sz="1600" dirty="0"/>
              <a:t>.)</a:t>
            </a:r>
          </a:p>
          <a:p>
            <a:pPr marL="800100" lvl="1" indent="-342900">
              <a:buAutoNum type="arabicPeriod"/>
            </a:pPr>
            <a:r>
              <a:rPr lang="en-US" altLang="ko-KR" sz="1600" dirty="0"/>
              <a:t>ex) 172.15.1.6	</a:t>
            </a:r>
            <a:r>
              <a:rPr lang="en-US" altLang="ko-KR" sz="1600" dirty="0" err="1"/>
              <a:t>gwdoc</a:t>
            </a:r>
            <a:endParaRPr lang="en-US" altLang="ko-KR" sz="1600" dirty="0"/>
          </a:p>
          <a:p>
            <a:pPr marL="342900" indent="-342900">
              <a:buAutoNum type="arabicPeriod"/>
            </a:pPr>
            <a:r>
              <a:rPr lang="en-US" altLang="ko-KR" sz="1600" dirty="0"/>
              <a:t>/home/</a:t>
            </a:r>
            <a:r>
              <a:rPr lang="en-US" altLang="ko-KR" sz="1600" dirty="0" err="1"/>
              <a:t>jmocha</a:t>
            </a:r>
            <a:r>
              <a:rPr lang="en-US" altLang="ko-KR" sz="1600" dirty="0"/>
              <a:t>/relay/data/</a:t>
            </a:r>
            <a:r>
              <a:rPr lang="ko-KR" altLang="en-US" sz="1600" dirty="0"/>
              <a:t>안에 </a:t>
            </a:r>
            <a:r>
              <a:rPr lang="en-US" altLang="ko-KR" sz="1600" dirty="0" err="1"/>
              <a:t>receiveComp</a:t>
            </a:r>
            <a:r>
              <a:rPr lang="en-US" altLang="ko-KR" sz="1600" dirty="0"/>
              <a:t> </a:t>
            </a:r>
            <a:r>
              <a:rPr lang="ko-KR" altLang="en-US" sz="1600" dirty="0"/>
              <a:t>폴더가 없다면 생성</a:t>
            </a:r>
            <a:r>
              <a:rPr lang="en-US" altLang="ko-KR" sz="1600" dirty="0"/>
              <a:t>.</a:t>
            </a:r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r>
              <a:rPr lang="en-US" altLang="ko-KR" sz="1600" dirty="0" err="1"/>
              <a:t>receivetemp</a:t>
            </a:r>
            <a:r>
              <a:rPr lang="en-US" altLang="ko-KR" sz="1600" dirty="0"/>
              <a:t> </a:t>
            </a:r>
            <a:r>
              <a:rPr lang="ko-KR" altLang="en-US" sz="1600" dirty="0"/>
              <a:t>폴더와 </a:t>
            </a:r>
            <a:r>
              <a:rPr lang="en-US" altLang="ko-KR" sz="1600" dirty="0" err="1"/>
              <a:t>sendtemp</a:t>
            </a:r>
            <a:r>
              <a:rPr lang="en-US" altLang="ko-KR" sz="1600" dirty="0"/>
              <a:t> </a:t>
            </a:r>
            <a:r>
              <a:rPr lang="ko-KR" altLang="en-US" sz="1600" dirty="0" err="1"/>
              <a:t>폴더안에</a:t>
            </a:r>
            <a:r>
              <a:rPr lang="ko-KR" altLang="en-US" sz="1600" dirty="0"/>
              <a:t> </a:t>
            </a:r>
            <a:r>
              <a:rPr lang="en-US" altLang="ko-KR" sz="1600" dirty="0"/>
              <a:t>pack.dtd</a:t>
            </a:r>
            <a:r>
              <a:rPr lang="ko-KR" altLang="en-US" sz="1600" dirty="0"/>
              <a:t>가 없다면 </a:t>
            </a:r>
            <a:r>
              <a:rPr lang="en-US" altLang="ko-KR" sz="1600" dirty="0"/>
              <a:t>relay/</a:t>
            </a:r>
            <a:r>
              <a:rPr lang="en-US" altLang="ko-KR" sz="1600" dirty="0" err="1"/>
              <a:t>dtd</a:t>
            </a:r>
            <a:r>
              <a:rPr lang="en-US" altLang="ko-KR" sz="1600" dirty="0"/>
              <a:t>/ </a:t>
            </a:r>
            <a:r>
              <a:rPr lang="ko-KR" altLang="en-US" sz="1600" dirty="0"/>
              <a:t>폴더에서 복사해서 위치시킴</a:t>
            </a:r>
            <a:r>
              <a:rPr lang="en-US" altLang="ko-KR" sz="1600" dirty="0"/>
              <a:t>.</a:t>
            </a:r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lvl="1"/>
            <a:endParaRPr lang="en-US" altLang="ko-KR" sz="16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087" y="2473847"/>
            <a:ext cx="5000625" cy="18669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87" y="4689129"/>
            <a:ext cx="4610100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32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48690" y="651510"/>
            <a:ext cx="10469880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유통서버에서</a:t>
            </a:r>
            <a:endParaRPr lang="en-US" altLang="ko-KR" b="1" dirty="0"/>
          </a:p>
          <a:p>
            <a:endParaRPr lang="en-US" altLang="ko-KR" sz="1600" dirty="0"/>
          </a:p>
          <a:p>
            <a:r>
              <a:rPr lang="en-US" altLang="ko-KR" sz="1600" dirty="0"/>
              <a:t>5. </a:t>
            </a:r>
            <a:r>
              <a:rPr lang="ko-KR" altLang="en-US" sz="1600" dirty="0"/>
              <a:t>문서유통 모듈은 </a:t>
            </a:r>
            <a:r>
              <a:rPr lang="en-US" altLang="ko-KR" sz="1600" dirty="0" err="1"/>
              <a:t>jdk</a:t>
            </a:r>
            <a:r>
              <a:rPr lang="en-US" altLang="ko-KR" sz="1600" dirty="0"/>
              <a:t> 1.4(32bit)</a:t>
            </a:r>
            <a:r>
              <a:rPr lang="ko-KR" altLang="en-US" sz="1600" dirty="0"/>
              <a:t>를 필요로 하기 때문에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jdk</a:t>
            </a:r>
            <a:r>
              <a:rPr lang="en-US" altLang="ko-KR" sz="1600" dirty="0"/>
              <a:t> 1.4</a:t>
            </a:r>
            <a:r>
              <a:rPr lang="ko-KR" altLang="en-US" sz="1600" dirty="0"/>
              <a:t>를 설치해준다</a:t>
            </a:r>
            <a:r>
              <a:rPr lang="en-US" altLang="ko-KR" sz="1600" dirty="0"/>
              <a:t>.</a:t>
            </a:r>
          </a:p>
          <a:p>
            <a:r>
              <a:rPr lang="en-US" altLang="ko-KR" sz="14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    &gt; </a:t>
            </a:r>
            <a:r>
              <a:rPr lang="en-US" altLang="ko-KR" sz="1400" b="0" dirty="0" err="1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chmod</a:t>
            </a:r>
            <a:r>
              <a:rPr lang="en-US" altLang="ko-KR" sz="14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+x j2sdk-1_4_2_19-linux-i586.bin</a:t>
            </a:r>
          </a:p>
          <a:p>
            <a:r>
              <a:rPr lang="en-US" altLang="ko-KR" sz="14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    &gt; ./j2sdk-1_4_2_19-linux-i586.bin </a:t>
            </a:r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r>
              <a:rPr lang="en-US" altLang="ko-KR" sz="1600" dirty="0"/>
              <a:t> </a:t>
            </a:r>
            <a:r>
              <a:rPr lang="en-US" altLang="ko-KR" sz="1600" dirty="0" err="1"/>
              <a:t>jdk</a:t>
            </a:r>
            <a:r>
              <a:rPr lang="en-US" altLang="ko-KR" sz="1600" dirty="0"/>
              <a:t> 1.4</a:t>
            </a:r>
            <a:r>
              <a:rPr lang="ko-KR" altLang="en-US" sz="1600" dirty="0"/>
              <a:t>를 </a:t>
            </a:r>
            <a:r>
              <a:rPr lang="ko-KR" altLang="en-US" sz="1600" dirty="0" err="1"/>
              <a:t>설치할때</a:t>
            </a:r>
            <a:r>
              <a:rPr lang="en-US" altLang="ko-KR" sz="1600" dirty="0"/>
              <a:t>, ld-linux.so.2</a:t>
            </a:r>
            <a:r>
              <a:rPr lang="ko-KR" altLang="en-US" sz="1600" dirty="0"/>
              <a:t>가 없다고 에러가 난다면</a:t>
            </a:r>
            <a:r>
              <a:rPr lang="en-US" altLang="ko-KR" sz="1600" dirty="0"/>
              <a:t>, yum -y install ld-linux.so.2</a:t>
            </a:r>
            <a:r>
              <a:rPr lang="ko-KR" altLang="en-US" sz="1600" dirty="0"/>
              <a:t> 로 설치 후 시도한다</a:t>
            </a:r>
            <a:r>
              <a:rPr lang="en-US" altLang="ko-KR" sz="1600" dirty="0"/>
              <a:t>.</a:t>
            </a:r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lvl="1"/>
            <a:endParaRPr lang="en-US" altLang="ko-KR" sz="1600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07" y="2805415"/>
            <a:ext cx="5772150" cy="301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394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48690" y="651510"/>
            <a:ext cx="10469880" cy="8125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유통서버에서</a:t>
            </a:r>
            <a:endParaRPr lang="en-US" altLang="ko-KR" b="1" dirty="0"/>
          </a:p>
          <a:p>
            <a:endParaRPr lang="en-US" altLang="ko-KR" sz="1600" dirty="0"/>
          </a:p>
          <a:p>
            <a:r>
              <a:rPr lang="en-US" altLang="ko-KR" sz="1600" dirty="0"/>
              <a:t>6. JAVA_HOME</a:t>
            </a:r>
            <a:r>
              <a:rPr lang="ko-KR" altLang="en-US" sz="1600" dirty="0"/>
              <a:t>이 이미 다른 버전의 </a:t>
            </a:r>
            <a:r>
              <a:rPr lang="en-US" altLang="ko-KR" sz="1600" dirty="0" err="1"/>
              <a:t>jdk</a:t>
            </a:r>
            <a:r>
              <a:rPr lang="ko-KR" altLang="en-US" sz="1600" dirty="0"/>
              <a:t>로 이미 있거나</a:t>
            </a:r>
            <a:r>
              <a:rPr lang="en-US" altLang="ko-KR" sz="1600" dirty="0"/>
              <a:t>, java -version </a:t>
            </a:r>
            <a:r>
              <a:rPr lang="ko-KR" altLang="en-US" sz="1600" dirty="0"/>
              <a:t>했을 때</a:t>
            </a:r>
            <a:r>
              <a:rPr lang="en-US" altLang="ko-KR" sz="1600" dirty="0"/>
              <a:t> jdk1.4 </a:t>
            </a:r>
            <a:r>
              <a:rPr lang="ko-KR" altLang="en-US" sz="1600" dirty="0"/>
              <a:t>가 아닌 다른 버전이 실행될 경우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유통모듈</a:t>
            </a:r>
            <a:r>
              <a:rPr lang="ko-KR" altLang="en-US" sz="1600" dirty="0"/>
              <a:t> 설치 가이드에 따라서 </a:t>
            </a:r>
            <a:r>
              <a:rPr lang="en-US" altLang="ko-KR" sz="1600" dirty="0"/>
              <a:t>RY_JAVA_HOME </a:t>
            </a:r>
            <a:r>
              <a:rPr lang="ko-KR" altLang="en-US" sz="1600" dirty="0"/>
              <a:t>환경변수를 지정해주고 </a:t>
            </a:r>
            <a:r>
              <a:rPr lang="ko-KR" altLang="en-US" sz="1600" dirty="0" err="1"/>
              <a:t>유통모듈의</a:t>
            </a:r>
            <a:r>
              <a:rPr lang="ko-KR" altLang="en-US" sz="1600" dirty="0"/>
              <a:t> 모든 실행스크립트에서 </a:t>
            </a:r>
            <a:r>
              <a:rPr lang="en-US" altLang="ko-KR" sz="1600" dirty="0"/>
              <a:t>java</a:t>
            </a:r>
            <a:r>
              <a:rPr lang="ko-KR" altLang="en-US" sz="1600" dirty="0"/>
              <a:t>를 </a:t>
            </a:r>
            <a:r>
              <a:rPr lang="en-US" altLang="ko-KR" sz="1600" dirty="0"/>
              <a:t>RY_JAVA_HOME/bin/java </a:t>
            </a:r>
            <a:r>
              <a:rPr lang="ko-KR" altLang="en-US" sz="1600" dirty="0"/>
              <a:t>으로 수정해준다</a:t>
            </a:r>
            <a:r>
              <a:rPr lang="en-US" altLang="ko-KR" sz="1600" dirty="0"/>
              <a:t>. </a:t>
            </a:r>
            <a:r>
              <a:rPr lang="en-US" altLang="ko-KR" sz="1600" dirty="0" err="1"/>
              <a:t>ebms</a:t>
            </a:r>
            <a:r>
              <a:rPr lang="en-US" altLang="ko-KR" sz="1600" dirty="0"/>
              <a:t>/messaging/bin/derby_shutdown.sh, derby_startup.sh </a:t>
            </a:r>
            <a:r>
              <a:rPr lang="ko-KR" altLang="en-US" sz="1600" dirty="0"/>
              <a:t>도 수정</a:t>
            </a:r>
            <a:r>
              <a:rPr lang="en-US" altLang="ko-KR" sz="1600" dirty="0"/>
              <a:t>. </a:t>
            </a:r>
            <a:r>
              <a:rPr lang="en-US" altLang="ko-KR" sz="1600" dirty="0" err="1"/>
              <a:t>ebms</a:t>
            </a:r>
            <a:r>
              <a:rPr lang="en-US" altLang="ko-KR" sz="1600" dirty="0"/>
              <a:t>/messaging/bin, </a:t>
            </a:r>
            <a:r>
              <a:rPr lang="en-US" altLang="ko-KR" sz="1600" dirty="0" err="1"/>
              <a:t>ebms</a:t>
            </a:r>
            <a:r>
              <a:rPr lang="en-US" altLang="ko-KR" sz="1600" dirty="0"/>
              <a:t>/monitoring/bin</a:t>
            </a:r>
            <a:r>
              <a:rPr lang="ko-KR" altLang="en-US" sz="1600" dirty="0"/>
              <a:t>의 </a:t>
            </a:r>
            <a:r>
              <a:rPr lang="en-US" altLang="ko-KR" sz="1600" dirty="0"/>
              <a:t>catalina.sh, tool-wrapper.sh, catalinabymonitor.sh </a:t>
            </a:r>
            <a:r>
              <a:rPr lang="ko-KR" altLang="en-US" sz="1600" dirty="0"/>
              <a:t>의 </a:t>
            </a:r>
            <a:r>
              <a:rPr lang="en-US" altLang="ko-KR" sz="1600" dirty="0"/>
              <a:t>JAVA_HOME  </a:t>
            </a:r>
            <a:r>
              <a:rPr lang="ko-KR" altLang="en-US" sz="1600" dirty="0"/>
              <a:t>재설정</a:t>
            </a:r>
            <a:r>
              <a:rPr lang="en-US" altLang="ko-KR" sz="1600" dirty="0"/>
              <a:t>. </a:t>
            </a:r>
            <a:r>
              <a:rPr lang="ko-KR" altLang="en-US" sz="1600" dirty="0"/>
              <a:t>모듈 설치 가이드</a:t>
            </a:r>
            <a:r>
              <a:rPr lang="en-US" altLang="ko-KR" sz="1600" dirty="0"/>
              <a:t>(</a:t>
            </a:r>
            <a:r>
              <a:rPr lang="ko-KR" altLang="en-US" sz="1600" dirty="0"/>
              <a:t>별첨</a:t>
            </a:r>
            <a:r>
              <a:rPr lang="en-US" altLang="ko-KR" sz="1600" dirty="0"/>
              <a:t>2.2 </a:t>
            </a:r>
            <a:r>
              <a:rPr lang="ko-KR" altLang="en-US" sz="1600" dirty="0"/>
              <a:t>참고</a:t>
            </a:r>
            <a:r>
              <a:rPr lang="en-US" altLang="ko-KR" sz="1600" dirty="0"/>
              <a:t>) </a:t>
            </a:r>
            <a:r>
              <a:rPr lang="ko-KR" altLang="en-US" sz="1600" dirty="0"/>
              <a:t>잘 읽고 그대로 따라하면 됨</a:t>
            </a:r>
            <a:r>
              <a:rPr lang="en-US" altLang="ko-KR" sz="1600" dirty="0"/>
              <a:t>.</a:t>
            </a:r>
          </a:p>
          <a:p>
            <a:r>
              <a:rPr lang="ko-KR" altLang="en-US" sz="1600" dirty="0"/>
              <a:t>수정할 목록</a:t>
            </a:r>
            <a:endParaRPr lang="en-US" altLang="ko-KR" sz="1600" dirty="0"/>
          </a:p>
          <a:p>
            <a:r>
              <a:rPr lang="en-US" altLang="ko-KR" sz="1200" dirty="0"/>
              <a:t>relay/bin/ebms_start.sh</a:t>
            </a:r>
          </a:p>
          <a:p>
            <a:r>
              <a:rPr lang="en-US" altLang="ko-KR" sz="1200" dirty="0"/>
              <a:t>relay/bin/ebms_stop.sh</a:t>
            </a:r>
          </a:p>
          <a:p>
            <a:r>
              <a:rPr lang="en-US" altLang="ko-KR" sz="1200" dirty="0"/>
              <a:t>relay/bin/module_statuscheck.sh</a:t>
            </a:r>
          </a:p>
          <a:p>
            <a:r>
              <a:rPr lang="en-US" altLang="ko-KR" sz="1200" dirty="0"/>
              <a:t>relay/bin/monitor_start.sh</a:t>
            </a:r>
          </a:p>
          <a:p>
            <a:r>
              <a:rPr lang="en-US" altLang="ko-KR" sz="1200" dirty="0"/>
              <a:t>relay/bin/monitor_stop.sh</a:t>
            </a:r>
          </a:p>
          <a:p>
            <a:r>
              <a:rPr lang="en-US" altLang="ko-KR" sz="1200" dirty="0"/>
              <a:t>relay/bin/relay_start.sh</a:t>
            </a:r>
          </a:p>
          <a:p>
            <a:r>
              <a:rPr lang="en-US" altLang="ko-KR" sz="1200" dirty="0"/>
              <a:t>relay/bin/relay_stop.sh</a:t>
            </a:r>
          </a:p>
          <a:p>
            <a:r>
              <a:rPr lang="en-US" altLang="ko-KR" sz="1200" dirty="0"/>
              <a:t>-----------------------------------------------------------</a:t>
            </a:r>
          </a:p>
          <a:p>
            <a:r>
              <a:rPr lang="en-US" altLang="ko-KR" sz="1200" dirty="0"/>
              <a:t>relay/bin/system/start_ebms.sh</a:t>
            </a:r>
          </a:p>
          <a:p>
            <a:r>
              <a:rPr lang="en-US" altLang="ko-KR" sz="1200" dirty="0"/>
              <a:t>relay/bin/system/start_ebmsreceiverbymont.sh</a:t>
            </a:r>
          </a:p>
          <a:p>
            <a:r>
              <a:rPr lang="en-US" altLang="ko-KR" sz="1200" dirty="0"/>
              <a:t>relay/bin/system/start_monitor2.sh</a:t>
            </a:r>
          </a:p>
          <a:p>
            <a:r>
              <a:rPr lang="en-US" altLang="ko-KR" sz="1200" dirty="0"/>
              <a:t>relay/bin/system/stop_ebms.sh</a:t>
            </a:r>
          </a:p>
          <a:p>
            <a:r>
              <a:rPr lang="en-US" altLang="ko-KR" sz="1200" dirty="0"/>
              <a:t>relay/bin/system/stop_ebmsreceiverbymont.sh</a:t>
            </a:r>
          </a:p>
          <a:p>
            <a:r>
              <a:rPr lang="en-US" altLang="ko-KR" sz="1200" dirty="0"/>
              <a:t>--------------------------------------------------------------</a:t>
            </a:r>
          </a:p>
          <a:p>
            <a:r>
              <a:rPr lang="en-US" altLang="ko-KR" sz="1200" dirty="0"/>
              <a:t>relay/ebms/messaging/bin/catalina.sh</a:t>
            </a:r>
          </a:p>
          <a:p>
            <a:r>
              <a:rPr lang="en-US" altLang="ko-KR" sz="1200" dirty="0"/>
              <a:t>relay/ebms/messaging/bin/catalinabymonitor.sh</a:t>
            </a:r>
          </a:p>
          <a:p>
            <a:r>
              <a:rPr lang="en-US" altLang="ko-KR" sz="1200" dirty="0"/>
              <a:t>relay/ebms/messaging/bin/tool-wrapper.sh</a:t>
            </a:r>
          </a:p>
          <a:p>
            <a:r>
              <a:rPr lang="en-US" altLang="ko-KR" sz="1200" dirty="0"/>
              <a:t>relay/ebms/messaging/bin/derby_startup.sh</a:t>
            </a:r>
          </a:p>
          <a:p>
            <a:r>
              <a:rPr lang="en-US" altLang="ko-KR" sz="1200" dirty="0"/>
              <a:t>relay/ebms/messaging/bin/derby_shutdown.sh</a:t>
            </a:r>
          </a:p>
          <a:p>
            <a:r>
              <a:rPr lang="en-US" altLang="ko-KR" sz="1200" dirty="0"/>
              <a:t>----------------------------------------------------------------</a:t>
            </a:r>
          </a:p>
          <a:p>
            <a:r>
              <a:rPr lang="en-US" altLang="ko-KR" sz="1200" dirty="0"/>
              <a:t>relay/ebms/monitoring/bin/catalina.sh</a:t>
            </a:r>
          </a:p>
          <a:p>
            <a:r>
              <a:rPr lang="en-US" altLang="ko-KR" sz="1200" dirty="0"/>
              <a:t>relay/ebms/monitoring/bin/tool-wrapper.sh</a:t>
            </a:r>
          </a:p>
          <a:p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775" y="5381625"/>
            <a:ext cx="5276850" cy="127635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8635" y="2840201"/>
            <a:ext cx="10436087" cy="84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727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48690" y="651510"/>
            <a:ext cx="1046988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유통서버에서</a:t>
            </a:r>
            <a:endParaRPr lang="en-US" altLang="ko-KR" b="1" dirty="0"/>
          </a:p>
          <a:p>
            <a:endParaRPr lang="en-US" altLang="ko-KR" sz="1600" dirty="0"/>
          </a:p>
          <a:p>
            <a:r>
              <a:rPr lang="en-US" altLang="ko-KR" sz="1600" dirty="0"/>
              <a:t>7. relay/config/</a:t>
            </a:r>
            <a:r>
              <a:rPr lang="ko-KR" altLang="en-US" sz="1600" dirty="0"/>
              <a:t>의 </a:t>
            </a:r>
            <a:r>
              <a:rPr lang="en-US" altLang="ko-KR" sz="1600" dirty="0"/>
              <a:t>?_properties.xml </a:t>
            </a:r>
            <a:r>
              <a:rPr lang="ko-KR" altLang="en-US" sz="1600" dirty="0"/>
              <a:t>파일을 적절히 선택하여 이름을 바꿔준다</a:t>
            </a:r>
            <a:r>
              <a:rPr lang="en-US" altLang="ko-KR" sz="1600" dirty="0"/>
              <a:t>. </a:t>
            </a:r>
          </a:p>
          <a:p>
            <a:r>
              <a:rPr lang="en-US" altLang="ko-KR" sz="1600" dirty="0"/>
              <a:t>    1. </a:t>
            </a:r>
            <a:r>
              <a:rPr lang="ko-KR" altLang="en-US" sz="1600" dirty="0" err="1"/>
              <a:t>중계모듈설치경로</a:t>
            </a:r>
            <a:r>
              <a:rPr lang="en-US" altLang="ko-KR" sz="1600" dirty="0"/>
              <a:t>/config </a:t>
            </a:r>
            <a:r>
              <a:rPr lang="ko-KR" altLang="en-US" sz="1600" dirty="0"/>
              <a:t>경로에서 설치 기관의 지역정보에 해당하는 *</a:t>
            </a:r>
            <a:r>
              <a:rPr lang="en-US" altLang="ko-KR" sz="1600" dirty="0"/>
              <a:t>_properties.xml </a:t>
            </a:r>
            <a:r>
              <a:rPr lang="ko-KR" altLang="en-US" sz="1600" dirty="0"/>
              <a:t>파일을 </a:t>
            </a:r>
            <a:r>
              <a:rPr lang="en-US" altLang="ko-KR" sz="1600" dirty="0"/>
              <a:t>properties.xml </a:t>
            </a:r>
            <a:r>
              <a:rPr lang="ko-KR" altLang="en-US" sz="1600" dirty="0"/>
              <a:t>파일명으로 변경합니다</a:t>
            </a:r>
            <a:r>
              <a:rPr lang="en-US" altLang="ko-KR" sz="1600" dirty="0"/>
              <a:t>. </a:t>
            </a:r>
          </a:p>
          <a:p>
            <a:r>
              <a:rPr lang="en-US" altLang="ko-KR" sz="1600" dirty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</a:rPr>
              <a:t>- D_properties.xml : </a:t>
            </a:r>
            <a:r>
              <a:rPr lang="ko-KR" altLang="en-US" sz="1400" dirty="0">
                <a:solidFill>
                  <a:schemeClr val="accent1">
                    <a:lumMod val="75000"/>
                  </a:schemeClr>
                </a:solidFill>
              </a:rPr>
              <a:t>충청도</a:t>
            </a:r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1">
                    <a:lumMod val="75000"/>
                  </a:schemeClr>
                </a:solidFill>
              </a:rPr>
              <a:t>전라도</a:t>
            </a:r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1">
                    <a:lumMod val="75000"/>
                  </a:schemeClr>
                </a:solidFill>
              </a:rPr>
              <a:t>경상도</a:t>
            </a:r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1">
                    <a:lumMod val="75000"/>
                  </a:schemeClr>
                </a:solidFill>
              </a:rPr>
              <a:t>제주도</a:t>
            </a:r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1">
                    <a:lumMod val="75000"/>
                  </a:schemeClr>
                </a:solidFill>
              </a:rPr>
              <a:t>대전광역시</a:t>
            </a:r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1">
                    <a:lumMod val="75000"/>
                  </a:schemeClr>
                </a:solidFill>
              </a:rPr>
              <a:t>울산광역시</a:t>
            </a:r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1">
                    <a:lumMod val="75000"/>
                  </a:schemeClr>
                </a:solidFill>
              </a:rPr>
              <a:t>부산광역시</a:t>
            </a:r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1">
                    <a:lumMod val="75000"/>
                  </a:schemeClr>
                </a:solidFill>
              </a:rPr>
              <a:t>광주광역시</a:t>
            </a:r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1">
                    <a:lumMod val="75000"/>
                  </a:schemeClr>
                </a:solidFill>
              </a:rPr>
              <a:t>대구광역시 </a:t>
            </a:r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accent1">
                    <a:lumMod val="75000"/>
                  </a:schemeClr>
                </a:solidFill>
              </a:rPr>
              <a:t>남부지역</a:t>
            </a:r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</a:rPr>
              <a:t>) </a:t>
            </a:r>
          </a:p>
          <a:p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</a:rPr>
              <a:t>	- S_properties.xml : </a:t>
            </a:r>
            <a:r>
              <a:rPr lang="ko-KR" altLang="en-US" sz="1400" dirty="0">
                <a:solidFill>
                  <a:schemeClr val="accent1">
                    <a:lumMod val="75000"/>
                  </a:schemeClr>
                </a:solidFill>
              </a:rPr>
              <a:t>중앙행정부처</a:t>
            </a:r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1">
                    <a:lumMod val="75000"/>
                  </a:schemeClr>
                </a:solidFill>
              </a:rPr>
              <a:t>경기도</a:t>
            </a:r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1">
                    <a:lumMod val="75000"/>
                  </a:schemeClr>
                </a:solidFill>
              </a:rPr>
              <a:t>강원도</a:t>
            </a:r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1">
                    <a:lumMod val="75000"/>
                  </a:schemeClr>
                </a:solidFill>
              </a:rPr>
              <a:t>서울특별시</a:t>
            </a:r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1">
                    <a:lumMod val="75000"/>
                  </a:schemeClr>
                </a:solidFill>
              </a:rPr>
              <a:t>인천 </a:t>
            </a:r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accent1">
                    <a:lumMod val="75000"/>
                  </a:schemeClr>
                </a:solidFill>
              </a:rPr>
              <a:t>중부지역</a:t>
            </a:r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</a:rPr>
              <a:t>) </a:t>
            </a:r>
          </a:p>
          <a:p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</a:rPr>
              <a:t>	- X_properties.xml : </a:t>
            </a:r>
            <a:r>
              <a:rPr lang="ko-KR" altLang="en-US" sz="1400" dirty="0">
                <a:solidFill>
                  <a:schemeClr val="accent1">
                    <a:lumMod val="75000"/>
                  </a:schemeClr>
                </a:solidFill>
              </a:rPr>
              <a:t>교육기관 </a:t>
            </a:r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accent1">
                    <a:lumMod val="75000"/>
                  </a:schemeClr>
                </a:solidFill>
              </a:rPr>
              <a:t>교육청</a:t>
            </a:r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1">
                    <a:lumMod val="75000"/>
                  </a:schemeClr>
                </a:solidFill>
              </a:rPr>
              <a:t>대학교 등</a:t>
            </a:r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</a:rPr>
              <a:t>) </a:t>
            </a:r>
          </a:p>
          <a:p>
            <a:r>
              <a:rPr lang="en-US" altLang="ko-KR" sz="1400" dirty="0">
                <a:solidFill>
                  <a:schemeClr val="accent1">
                    <a:lumMod val="75000"/>
                  </a:schemeClr>
                </a:solidFill>
              </a:rPr>
              <a:t>	- T_properties.xml : </a:t>
            </a:r>
            <a:r>
              <a:rPr lang="ko-KR" altLang="en-US" sz="1400" dirty="0">
                <a:solidFill>
                  <a:schemeClr val="accent1">
                    <a:lumMod val="75000"/>
                  </a:schemeClr>
                </a:solidFill>
              </a:rPr>
              <a:t>공공기관 등</a:t>
            </a:r>
            <a:endParaRPr lang="en-US" altLang="ko-KR" sz="1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ko-KR" sz="1600" dirty="0"/>
              <a:t>ex) T_properties.xml =&gt; properties.xml </a:t>
            </a:r>
            <a:r>
              <a:rPr lang="ko-KR" altLang="en-US" sz="1600" dirty="0"/>
              <a:t>로 </a:t>
            </a:r>
            <a:r>
              <a:rPr lang="ko-KR" altLang="en-US" sz="1600" dirty="0" err="1"/>
              <a:t>작업해줌</a:t>
            </a:r>
            <a:r>
              <a:rPr lang="en-US" altLang="ko-KR" sz="1600" dirty="0"/>
              <a:t>. </a:t>
            </a:r>
            <a:r>
              <a:rPr lang="ko-KR" altLang="en-US" sz="1600" dirty="0"/>
              <a:t>복사하면서 이름 </a:t>
            </a:r>
            <a:r>
              <a:rPr lang="ko-KR" altLang="en-US" sz="1600" dirty="0" err="1"/>
              <a:t>바꿔도됨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043" y="3354171"/>
            <a:ext cx="5029200" cy="1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251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48690" y="651510"/>
            <a:ext cx="1046988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유통서버에서</a:t>
            </a:r>
            <a:endParaRPr lang="en-US" altLang="ko-KR" b="1" dirty="0"/>
          </a:p>
          <a:p>
            <a:endParaRPr lang="en-US" altLang="ko-KR" sz="1600" dirty="0"/>
          </a:p>
          <a:p>
            <a:r>
              <a:rPr lang="en-US" altLang="ko-KR" sz="1600" dirty="0"/>
              <a:t>8. properties.xml </a:t>
            </a:r>
            <a:r>
              <a:rPr lang="ko-KR" altLang="en-US" sz="1600" dirty="0"/>
              <a:t>파일 안에 </a:t>
            </a:r>
            <a:r>
              <a:rPr lang="en-US" altLang="ko-KR" sz="1600" dirty="0" err="1"/>
              <a:t>serverproperty</a:t>
            </a:r>
            <a:r>
              <a:rPr lang="en-US" altLang="ko-KR" sz="1600" dirty="0"/>
              <a:t> &gt; system(id), </a:t>
            </a:r>
            <a:r>
              <a:rPr lang="en-US" altLang="ko-KR" sz="1600" dirty="0" err="1"/>
              <a:t>replaypath</a:t>
            </a:r>
            <a:r>
              <a:rPr lang="en-US" altLang="ko-KR" sz="1600" dirty="0"/>
              <a:t>// </a:t>
            </a:r>
            <a:r>
              <a:rPr lang="en-US" altLang="ko-KR" sz="1600" dirty="0" err="1"/>
              <a:t>gpkiproperty</a:t>
            </a:r>
            <a:r>
              <a:rPr lang="en-US" altLang="ko-KR" sz="1600" dirty="0"/>
              <a:t> &gt; </a:t>
            </a:r>
            <a:r>
              <a:rPr lang="en-US" altLang="ko-KR" sz="1600" dirty="0" err="1"/>
              <a:t>gpkiserverid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gpkipath</a:t>
            </a:r>
            <a:r>
              <a:rPr lang="en-US" altLang="ko-KR" sz="1600" dirty="0"/>
              <a:t>, pin</a:t>
            </a:r>
            <a:r>
              <a:rPr lang="ko-KR" altLang="en-US" sz="1600" dirty="0"/>
              <a:t>를 수정한다</a:t>
            </a:r>
            <a:r>
              <a:rPr lang="en-US" altLang="ko-KR" sz="1600" dirty="0"/>
              <a:t>.</a:t>
            </a:r>
          </a:p>
          <a:p>
            <a:r>
              <a:rPr lang="en-US" altLang="ko-KR" sz="1600" dirty="0"/>
              <a:t>ex) &lt;SYSTEM TYPE="DOCUMENT" ID=“DOCB55105301"/&gt;  (DOC + </a:t>
            </a:r>
            <a:r>
              <a:rPr lang="ko-KR" altLang="en-US" sz="1600" dirty="0" err="1"/>
              <a:t>기관코드</a:t>
            </a:r>
            <a:r>
              <a:rPr lang="en-US" altLang="ko-KR" sz="1600" dirty="0"/>
              <a:t>(7) + </a:t>
            </a:r>
            <a:r>
              <a:rPr lang="ko-KR" altLang="en-US" sz="1600" dirty="0"/>
              <a:t>일련번호</a:t>
            </a:r>
            <a:r>
              <a:rPr lang="en-US" altLang="ko-KR" sz="1600" dirty="0"/>
              <a:t>(2))</a:t>
            </a:r>
          </a:p>
          <a:p>
            <a:r>
              <a:rPr lang="en-US" altLang="ko-KR" sz="1600" dirty="0" err="1"/>
              <a:t>Serverproperty</a:t>
            </a:r>
            <a:r>
              <a:rPr lang="ko-KR" altLang="en-US" sz="1600" dirty="0"/>
              <a:t>의 </a:t>
            </a:r>
            <a:r>
              <a:rPr lang="en-US" altLang="ko-KR" sz="1600" dirty="0"/>
              <a:t>id</a:t>
            </a:r>
            <a:r>
              <a:rPr lang="ko-KR" altLang="en-US" sz="1600" dirty="0"/>
              <a:t>는 </a:t>
            </a:r>
            <a:r>
              <a:rPr lang="en-US" altLang="ko-KR" sz="1600" dirty="0"/>
              <a:t>DOC + </a:t>
            </a:r>
            <a:r>
              <a:rPr lang="ko-KR" altLang="en-US" sz="1600" dirty="0" err="1"/>
              <a:t>기관코드</a:t>
            </a:r>
            <a:r>
              <a:rPr lang="en-US" altLang="ko-KR" sz="1600" dirty="0"/>
              <a:t>7</a:t>
            </a:r>
            <a:r>
              <a:rPr lang="ko-KR" altLang="en-US" sz="1600" dirty="0"/>
              <a:t>자리 </a:t>
            </a:r>
            <a:r>
              <a:rPr lang="en-US" altLang="ko-KR" sz="1600" dirty="0"/>
              <a:t>+ </a:t>
            </a:r>
            <a:r>
              <a:rPr lang="ko-KR" altLang="en-US" sz="1600" dirty="0"/>
              <a:t>일련번호 </a:t>
            </a:r>
            <a:r>
              <a:rPr lang="en-US" altLang="ko-KR" sz="1600" dirty="0"/>
              <a:t>01~   </a:t>
            </a:r>
            <a:r>
              <a:rPr lang="ko-KR" altLang="en-US" sz="1600" dirty="0"/>
              <a:t>로 구성 보통 일련번호는 </a:t>
            </a:r>
            <a:r>
              <a:rPr lang="en-US" altLang="ko-KR" sz="1600" dirty="0"/>
              <a:t>01</a:t>
            </a:r>
            <a:r>
              <a:rPr lang="ko-KR" altLang="en-US" sz="1600" dirty="0"/>
              <a:t>로 하면 </a:t>
            </a:r>
            <a:r>
              <a:rPr lang="ko-KR" altLang="en-US" sz="1600" dirty="0" err="1"/>
              <a:t>거의됨</a:t>
            </a:r>
            <a:endParaRPr lang="en-US" altLang="ko-KR" sz="1600" dirty="0"/>
          </a:p>
          <a:p>
            <a:r>
              <a:rPr lang="en-US" altLang="ko-KR" sz="1600" dirty="0"/>
              <a:t>&lt;RELAYPATH&gt;/home/</a:t>
            </a:r>
            <a:r>
              <a:rPr lang="en-US" altLang="ko-KR" sz="1600" dirty="0" err="1"/>
              <a:t>jmocha</a:t>
            </a:r>
            <a:r>
              <a:rPr lang="en-US" altLang="ko-KR" sz="1600" dirty="0"/>
              <a:t>/relay&lt;/RELAYPATH&gt;</a:t>
            </a:r>
          </a:p>
          <a:p>
            <a:endParaRPr lang="en-US" altLang="ko-KR" sz="1600" dirty="0"/>
          </a:p>
          <a:p>
            <a:r>
              <a:rPr lang="en-US" altLang="ko-KR" sz="1600" dirty="0"/>
              <a:t>&lt;GPKISERVERID&gt;SVRB551053001&lt;/GPKISERVERID&gt; (GPKI</a:t>
            </a:r>
            <a:r>
              <a:rPr lang="ko-KR" altLang="en-US" sz="1600" dirty="0"/>
              <a:t>서버아이디는 </a:t>
            </a:r>
            <a:r>
              <a:rPr lang="en-US" altLang="ko-KR" sz="1600" dirty="0"/>
              <a:t>GPKI </a:t>
            </a:r>
            <a:r>
              <a:rPr lang="ko-KR" altLang="en-US" sz="1600" dirty="0"/>
              <a:t>인증서의 </a:t>
            </a:r>
            <a:r>
              <a:rPr lang="ko-KR" altLang="en-US" sz="1600" dirty="0" err="1"/>
              <a:t>파일이름과</a:t>
            </a:r>
            <a:r>
              <a:rPr lang="ko-KR" altLang="en-US" sz="1600" dirty="0"/>
              <a:t> 동일</a:t>
            </a:r>
            <a:r>
              <a:rPr lang="en-US" altLang="ko-KR" sz="1600" dirty="0"/>
              <a:t>)</a:t>
            </a:r>
          </a:p>
          <a:p>
            <a:r>
              <a:rPr lang="en-US" altLang="ko-KR" sz="1600" dirty="0"/>
              <a:t>&lt;GPKIPATH&gt;/home/</a:t>
            </a:r>
            <a:r>
              <a:rPr lang="en-US" altLang="ko-KR" sz="1600" dirty="0" err="1"/>
              <a:t>jmocha</a:t>
            </a:r>
            <a:r>
              <a:rPr lang="en-US" altLang="ko-KR" sz="1600" dirty="0"/>
              <a:t>/relay/</a:t>
            </a:r>
            <a:r>
              <a:rPr lang="en-US" altLang="ko-KR" sz="1600" dirty="0" err="1"/>
              <a:t>gpki</a:t>
            </a:r>
            <a:r>
              <a:rPr lang="en-US" altLang="ko-KR" sz="1600" dirty="0"/>
              <a:t>/&lt;/GPKIPATH&gt;   (</a:t>
            </a:r>
            <a:r>
              <a:rPr lang="ko-KR" altLang="en-US" sz="1600" dirty="0"/>
              <a:t>제일 끝에 </a:t>
            </a:r>
            <a:r>
              <a:rPr lang="en-US" altLang="ko-KR" sz="1600" dirty="0"/>
              <a:t>‘/’ </a:t>
            </a:r>
            <a:r>
              <a:rPr lang="ko-KR" altLang="en-US" sz="1600" dirty="0"/>
              <a:t>까지 필수</a:t>
            </a:r>
            <a:r>
              <a:rPr lang="en-US" altLang="ko-KR" sz="1600" dirty="0"/>
              <a:t>)</a:t>
            </a:r>
          </a:p>
          <a:p>
            <a:r>
              <a:rPr lang="en-US" altLang="ko-KR" sz="1600" dirty="0"/>
              <a:t>&lt;PIN&gt;&lt;![CDATA[</a:t>
            </a:r>
            <a:r>
              <a:rPr lang="en-US" altLang="ko-KR" sz="1600" dirty="0" err="1"/>
              <a:t>passwordexample</a:t>
            </a:r>
            <a:r>
              <a:rPr lang="en-US" altLang="ko-KR" sz="1600" dirty="0"/>
              <a:t>]]&gt;&lt;/PIN&gt;   (</a:t>
            </a:r>
            <a:r>
              <a:rPr lang="en-US" altLang="ko-KR" sz="1600" dirty="0" err="1"/>
              <a:t>gpki</a:t>
            </a:r>
            <a:r>
              <a:rPr lang="en-US" altLang="ko-KR" sz="1600" dirty="0"/>
              <a:t> </a:t>
            </a:r>
            <a:r>
              <a:rPr lang="ko-KR" altLang="en-US" sz="1600" dirty="0"/>
              <a:t>패스워드</a:t>
            </a:r>
            <a:r>
              <a:rPr lang="en-US" altLang="ko-KR" sz="1600" dirty="0"/>
              <a:t>)</a:t>
            </a:r>
          </a:p>
          <a:p>
            <a:endParaRPr lang="en-US" altLang="ko-KR" sz="1600" dirty="0"/>
          </a:p>
          <a:p>
            <a:endParaRPr lang="en-US" altLang="ko-KR" sz="1600" dirty="0"/>
          </a:p>
          <a:p>
            <a:r>
              <a:rPr lang="ko-KR" altLang="en-US" sz="1600" dirty="0" err="1"/>
              <a:t>다음화면</a:t>
            </a:r>
            <a:r>
              <a:rPr lang="ko-KR" altLang="en-US" sz="1600" dirty="0"/>
              <a:t> 참고</a:t>
            </a:r>
            <a:r>
              <a:rPr lang="en-US" altLang="ko-KR" sz="1600" dirty="0"/>
              <a:t>……………………….</a:t>
            </a:r>
          </a:p>
          <a:p>
            <a:pPr marL="800100" lvl="1" indent="-342900">
              <a:buAutoNum type="arabicPeriod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017378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48690" y="651510"/>
            <a:ext cx="104698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유통서버에서</a:t>
            </a:r>
            <a:endParaRPr lang="en-US" altLang="ko-KR" b="1" dirty="0"/>
          </a:p>
          <a:p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933" y="1075788"/>
            <a:ext cx="7987242" cy="5458362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0" y="5486400"/>
            <a:ext cx="4476750" cy="104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545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48690" y="651510"/>
            <a:ext cx="10469880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유통서버에서</a:t>
            </a:r>
            <a:endParaRPr lang="en-US" altLang="ko-KR" b="1" dirty="0"/>
          </a:p>
          <a:p>
            <a:r>
              <a:rPr lang="en-US" altLang="ko-KR" sz="1400" dirty="0"/>
              <a:t>9. </a:t>
            </a:r>
            <a:r>
              <a:rPr lang="ko-KR" altLang="en-US" sz="1400" dirty="0"/>
              <a:t>환경변수는 이것만 등록 하면 됨</a:t>
            </a:r>
            <a:r>
              <a:rPr lang="en-US" altLang="ko-KR" sz="1400" dirty="0"/>
              <a:t>.</a:t>
            </a:r>
          </a:p>
          <a:p>
            <a:pPr marL="800100" lvl="1" indent="-342900">
              <a:buAutoNum type="arabicPeriod"/>
            </a:pPr>
            <a:r>
              <a:rPr lang="en-US" altLang="ko-KR" sz="1400" dirty="0"/>
              <a:t>export LIBPATH=$LIBPATH:/</a:t>
            </a:r>
            <a:r>
              <a:rPr lang="en-US" altLang="ko-KR" sz="1400" dirty="0" err="1"/>
              <a:t>usr</a:t>
            </a:r>
            <a:r>
              <a:rPr lang="en-US" altLang="ko-KR" sz="1400" dirty="0"/>
              <a:t>/lib:/</a:t>
            </a:r>
            <a:r>
              <a:rPr lang="en-US" altLang="ko-KR" sz="1400" dirty="0" err="1"/>
              <a:t>usr</a:t>
            </a:r>
            <a:r>
              <a:rPr lang="en-US" altLang="ko-KR" sz="1400" dirty="0"/>
              <a:t>/lib64:/home/</a:t>
            </a:r>
            <a:r>
              <a:rPr lang="en-US" altLang="ko-KR" sz="1400" dirty="0" err="1"/>
              <a:t>jmocha</a:t>
            </a:r>
            <a:r>
              <a:rPr lang="en-US" altLang="ko-KR" sz="1400" dirty="0"/>
              <a:t>/relay/lib</a:t>
            </a:r>
          </a:p>
          <a:p>
            <a:pPr marL="800100" lvl="1" indent="-342900">
              <a:buAutoNum type="arabicPeriod"/>
            </a:pPr>
            <a:r>
              <a:rPr lang="en-US" altLang="ko-KR" sz="1400" dirty="0"/>
              <a:t>export LD_LIBRARY_PATH=$LD_LIBRARY_PATH:/</a:t>
            </a:r>
            <a:r>
              <a:rPr lang="en-US" altLang="ko-KR" sz="1400" dirty="0" err="1"/>
              <a:t>usr</a:t>
            </a:r>
            <a:r>
              <a:rPr lang="en-US" altLang="ko-KR" sz="1400" dirty="0"/>
              <a:t>/lib:/</a:t>
            </a:r>
            <a:r>
              <a:rPr lang="en-US" altLang="ko-KR" sz="1400" dirty="0" err="1"/>
              <a:t>usr</a:t>
            </a:r>
            <a:r>
              <a:rPr lang="en-US" altLang="ko-KR" sz="1400" dirty="0"/>
              <a:t>/lib64:/home/</a:t>
            </a:r>
            <a:r>
              <a:rPr lang="en-US" altLang="ko-KR" sz="1400" dirty="0" err="1"/>
              <a:t>jmocha</a:t>
            </a:r>
            <a:r>
              <a:rPr lang="en-US" altLang="ko-KR" sz="1400" dirty="0"/>
              <a:t>/relay/lib</a:t>
            </a:r>
          </a:p>
          <a:p>
            <a:pPr marL="800100" lvl="1" indent="-342900">
              <a:buAutoNum type="arabicPeriod"/>
            </a:pPr>
            <a:r>
              <a:rPr lang="en-US" altLang="ko-KR" sz="1400" dirty="0"/>
              <a:t>export SHLIB_PATH=$SHLIB_PATH:/</a:t>
            </a:r>
            <a:r>
              <a:rPr lang="en-US" altLang="ko-KR" sz="1400" dirty="0" err="1"/>
              <a:t>usr</a:t>
            </a:r>
            <a:r>
              <a:rPr lang="en-US" altLang="ko-KR" sz="1400" dirty="0"/>
              <a:t>/lib:/</a:t>
            </a:r>
            <a:r>
              <a:rPr lang="en-US" altLang="ko-KR" sz="1400" dirty="0" err="1"/>
              <a:t>usr</a:t>
            </a:r>
            <a:r>
              <a:rPr lang="en-US" altLang="ko-KR" sz="1400" dirty="0"/>
              <a:t>/lib64:/home/</a:t>
            </a:r>
            <a:r>
              <a:rPr lang="en-US" altLang="ko-KR" sz="1400" dirty="0" err="1"/>
              <a:t>jmocha</a:t>
            </a:r>
            <a:r>
              <a:rPr lang="en-US" altLang="ko-KR" sz="1400" dirty="0"/>
              <a:t>/relay/lib</a:t>
            </a:r>
          </a:p>
          <a:p>
            <a:pPr marL="800100" lvl="1" indent="-342900">
              <a:buAutoNum type="arabicPeriod"/>
            </a:pPr>
            <a:r>
              <a:rPr lang="en-US" altLang="ko-KR" sz="1400" dirty="0"/>
              <a:t>export RELAY_HOME=/home/</a:t>
            </a:r>
            <a:r>
              <a:rPr lang="en-US" altLang="ko-KR" sz="1400" dirty="0" err="1"/>
              <a:t>jmocha</a:t>
            </a:r>
            <a:r>
              <a:rPr lang="en-US" altLang="ko-KR" sz="1400" dirty="0"/>
              <a:t>/relay</a:t>
            </a:r>
          </a:p>
          <a:p>
            <a:pPr marL="800100" lvl="1" indent="-342900">
              <a:buAutoNum type="arabicPeriod"/>
            </a:pPr>
            <a:endParaRPr lang="en-US" altLang="ko-KR" sz="1400" dirty="0"/>
          </a:p>
          <a:p>
            <a:pPr marL="800100" lvl="1" indent="-342900">
              <a:buAutoNum type="arabicPeriod"/>
            </a:pPr>
            <a:r>
              <a:rPr lang="en-US" altLang="ko-KR" sz="1400" dirty="0"/>
              <a:t>export RY_JAVA_HOME=/home/</a:t>
            </a:r>
            <a:r>
              <a:rPr lang="en-US" altLang="ko-KR" sz="1400" dirty="0" err="1"/>
              <a:t>jmocha</a:t>
            </a:r>
            <a:r>
              <a:rPr lang="en-US" altLang="ko-KR" sz="1400" dirty="0"/>
              <a:t>/jdk1.4 (jdk1.4 </a:t>
            </a:r>
            <a:r>
              <a:rPr lang="ko-KR" altLang="en-US" sz="1400" dirty="0"/>
              <a:t>경로에 따라 적절히 수정</a:t>
            </a:r>
            <a:r>
              <a:rPr lang="en-US" altLang="ko-KR" sz="1400" dirty="0"/>
              <a:t>)</a:t>
            </a:r>
          </a:p>
          <a:p>
            <a:r>
              <a:rPr lang="en-US" altLang="ko-KR" sz="1400" dirty="0"/>
              <a:t>10. </a:t>
            </a:r>
            <a:r>
              <a:rPr lang="ko-KR" altLang="en-US" sz="1400" dirty="0"/>
              <a:t>위의 명령을 적절히 </a:t>
            </a:r>
            <a:r>
              <a:rPr lang="en-US" altLang="ko-KR" sz="1400" dirty="0"/>
              <a:t>~</a:t>
            </a:r>
            <a:r>
              <a:rPr lang="en-US" altLang="ko-KR" sz="1400" dirty="0" err="1"/>
              <a:t>jmocha</a:t>
            </a:r>
            <a:r>
              <a:rPr lang="en-US" altLang="ko-KR" sz="1400" dirty="0"/>
              <a:t>/.</a:t>
            </a:r>
            <a:r>
              <a:rPr lang="en-US" altLang="ko-KR" sz="1400" dirty="0" err="1"/>
              <a:t>bashrc</a:t>
            </a:r>
            <a:r>
              <a:rPr lang="en-US" altLang="ko-KR" sz="1400" dirty="0"/>
              <a:t> </a:t>
            </a:r>
            <a:r>
              <a:rPr lang="ko-KR" altLang="en-US" sz="1400" dirty="0"/>
              <a:t>에도 등록해준다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11. LDAP </a:t>
            </a:r>
            <a:r>
              <a:rPr lang="ko-KR" altLang="en-US" sz="1400" dirty="0"/>
              <a:t>연결이 되는지 </a:t>
            </a:r>
            <a:r>
              <a:rPr lang="en-US" altLang="ko-KR" sz="1400" dirty="0"/>
              <a:t>telnet </a:t>
            </a:r>
            <a:r>
              <a:rPr lang="ko-KR" altLang="en-US" sz="1400" dirty="0"/>
              <a:t>연결 해봄</a:t>
            </a:r>
            <a:r>
              <a:rPr lang="en-US" altLang="ko-KR" sz="1400" dirty="0"/>
              <a:t>. </a:t>
            </a:r>
            <a:r>
              <a:rPr lang="ko-KR" altLang="en-US" sz="1400" dirty="0" err="1"/>
              <a:t>중계모듈</a:t>
            </a:r>
            <a:r>
              <a:rPr lang="ko-KR" altLang="en-US" sz="1400" dirty="0"/>
              <a:t> 설치 가이드의</a:t>
            </a:r>
            <a:r>
              <a:rPr lang="en-US" altLang="ko-KR" sz="1400" dirty="0"/>
              <a:t> </a:t>
            </a:r>
            <a:r>
              <a:rPr lang="ko-KR" altLang="en-US" sz="1400" dirty="0"/>
              <a:t>다</a:t>
            </a:r>
            <a:r>
              <a:rPr lang="en-US" altLang="ko-KR" sz="1400" dirty="0"/>
              <a:t>.</a:t>
            </a:r>
            <a:r>
              <a:rPr lang="ko-KR" altLang="en-US" sz="1400" dirty="0"/>
              <a:t>네트워크 설정의 확인 참고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12. centos 7</a:t>
            </a:r>
            <a:r>
              <a:rPr lang="ko-KR" altLang="en-US" sz="1400" dirty="0"/>
              <a:t>이상 버전일 경우</a:t>
            </a:r>
            <a:r>
              <a:rPr lang="en-US" altLang="ko-KR" sz="1400" dirty="0"/>
              <a:t>, yum -y install glibc.i686</a:t>
            </a:r>
            <a:br>
              <a:rPr lang="en-US" altLang="ko-KR" sz="1400" dirty="0"/>
            </a:br>
            <a:r>
              <a:rPr lang="en-US" altLang="ko-KR" sz="1400" dirty="0"/>
              <a:t>centos 6</a:t>
            </a:r>
            <a:r>
              <a:rPr lang="ko-KR" altLang="en-US" sz="1400" dirty="0"/>
              <a:t>버전일 경우</a:t>
            </a:r>
            <a:r>
              <a:rPr lang="en-US" altLang="ko-KR" sz="1400" dirty="0"/>
              <a:t>,</a:t>
            </a:r>
            <a:r>
              <a:rPr lang="ko-KR" altLang="en-US" sz="1400" dirty="0"/>
              <a:t> </a:t>
            </a:r>
            <a:endParaRPr lang="en-US" altLang="ko-KR" sz="1400" dirty="0"/>
          </a:p>
          <a:p>
            <a:pPr lvl="2"/>
            <a:r>
              <a:rPr lang="en-US" altLang="ko-KR" sz="1400" dirty="0" err="1"/>
              <a:t>wget</a:t>
            </a:r>
            <a:r>
              <a:rPr lang="en-US" altLang="ko-KR" sz="1400" dirty="0"/>
              <a:t> http://copr-be.cloud.fedoraproject.org/results/mosquito/myrepo-el6/epel-6-i386/glibc-2.17-55.fc20/glibc-2.17-55.el6.i686.rpm</a:t>
            </a:r>
          </a:p>
          <a:p>
            <a:pPr lvl="2"/>
            <a:r>
              <a:rPr lang="en-US" altLang="ko-KR" sz="1400" dirty="0" err="1"/>
              <a:t>wget</a:t>
            </a:r>
            <a:r>
              <a:rPr lang="en-US" altLang="ko-KR" sz="1400" dirty="0"/>
              <a:t> http://copr-be.cloud.fedoraproject.org/results/mosquito/myrepo-el6/epel-6-i386/glibc-2.17-55.fc20/glibc-common-2.17-55.el6.i686.rpm</a:t>
            </a:r>
          </a:p>
          <a:p>
            <a:pPr lvl="2"/>
            <a:r>
              <a:rPr lang="en-US" altLang="ko-KR" sz="1400" dirty="0" err="1"/>
              <a:t>wget</a:t>
            </a:r>
            <a:r>
              <a:rPr lang="en-US" altLang="ko-KR" sz="1400" dirty="0"/>
              <a:t> http://copr-be.cloud.fedoraproject.org/results/mosquito/myrepo-el6/epel-6-i386/glibc-2.17-55.fc20/glibc-devel-2.17-55.el6.i686.rpm</a:t>
            </a:r>
          </a:p>
          <a:p>
            <a:pPr lvl="2"/>
            <a:r>
              <a:rPr lang="en-US" altLang="ko-KR" sz="1400" dirty="0" err="1"/>
              <a:t>wget</a:t>
            </a:r>
            <a:r>
              <a:rPr lang="en-US" altLang="ko-KR" sz="1400" dirty="0"/>
              <a:t> http://copr-be.cloud.fedoraproject.org/results/mosquito/myrepo-el6/epel-6-i386/glibc-2.17-55.fc20/glibc-headers-2.17-55.el6.i686.rpm</a:t>
            </a:r>
          </a:p>
          <a:p>
            <a:pPr marL="1257300" lvl="2" indent="-342900">
              <a:buAutoNum type="arabicPeriod"/>
            </a:pPr>
            <a:endParaRPr lang="en-US" altLang="ko-KR" sz="1400" dirty="0"/>
          </a:p>
          <a:p>
            <a:pPr lvl="2"/>
            <a:r>
              <a:rPr lang="en-US" altLang="ko-KR" sz="1400" dirty="0" err="1"/>
              <a:t>sudo</a:t>
            </a:r>
            <a:r>
              <a:rPr lang="en-US" altLang="ko-KR" sz="1400" dirty="0"/>
              <a:t> rpm -</a:t>
            </a:r>
            <a:r>
              <a:rPr lang="en-US" altLang="ko-KR" sz="1400" dirty="0" err="1"/>
              <a:t>Uvh</a:t>
            </a:r>
            <a:r>
              <a:rPr lang="en-US" altLang="ko-KR" sz="1400" dirty="0"/>
              <a:t> glibc-2.17-55.el6.i686.rpm \</a:t>
            </a:r>
          </a:p>
          <a:p>
            <a:pPr lvl="2"/>
            <a:r>
              <a:rPr lang="en-US" altLang="ko-KR" sz="1400" dirty="0"/>
              <a:t>glibc-common-2.17-55.el6.i686.rpm \</a:t>
            </a:r>
          </a:p>
          <a:p>
            <a:pPr lvl="2"/>
            <a:r>
              <a:rPr lang="en-US" altLang="ko-KR" sz="1400" dirty="0"/>
              <a:t>glibc-devel-2.17-55.el6.i686.rpm \</a:t>
            </a:r>
          </a:p>
          <a:p>
            <a:pPr lvl="2"/>
            <a:r>
              <a:rPr lang="en-US" altLang="ko-KR" sz="1400" dirty="0"/>
              <a:t>glibc-headers-2.17-55.el6.i686.rpm</a:t>
            </a:r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645260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48690" y="651510"/>
            <a:ext cx="1046988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유통서버에서</a:t>
            </a:r>
            <a:endParaRPr lang="en-US" altLang="ko-KR" sz="1600" b="1" dirty="0"/>
          </a:p>
          <a:p>
            <a:r>
              <a:rPr lang="en-US" altLang="ko-KR" sz="1600" dirty="0"/>
              <a:t>13. GPKI </a:t>
            </a:r>
            <a:r>
              <a:rPr lang="ko-KR" altLang="en-US" sz="1600" dirty="0"/>
              <a:t>모듈 설정 방법</a:t>
            </a:r>
            <a:r>
              <a:rPr lang="en-US" altLang="ko-KR" sz="1600" dirty="0"/>
              <a:t>.</a:t>
            </a:r>
          </a:p>
          <a:p>
            <a:pPr marL="800100" lvl="1" indent="-342900">
              <a:buAutoNum type="arabicPeriod"/>
            </a:pPr>
            <a:r>
              <a:rPr lang="en-US" altLang="ko-KR" sz="1600" dirty="0" err="1"/>
              <a:t>gpki</a:t>
            </a:r>
            <a:r>
              <a:rPr lang="ko-KR" altLang="en-US" sz="1600" dirty="0"/>
              <a:t>표준 </a:t>
            </a:r>
            <a:r>
              <a:rPr lang="en-US" altLang="ko-KR" sz="1600" dirty="0" err="1"/>
              <a:t>api</a:t>
            </a:r>
            <a:r>
              <a:rPr lang="en-US" altLang="ko-KR" sz="1600" dirty="0"/>
              <a:t> </a:t>
            </a:r>
            <a:r>
              <a:rPr lang="ko-KR" altLang="en-US" sz="1600" dirty="0"/>
              <a:t>압축 파일을 해제 </a:t>
            </a:r>
            <a:r>
              <a:rPr lang="en-US" altLang="ko-KR" sz="1600" dirty="0"/>
              <a:t>(</a:t>
            </a:r>
            <a:r>
              <a:rPr lang="ko-KR" altLang="en-US" sz="1600" dirty="0"/>
              <a:t>보통 암호는 </a:t>
            </a:r>
            <a:r>
              <a:rPr lang="en-US" altLang="ko-KR" sz="1600" dirty="0"/>
              <a:t>818)</a:t>
            </a:r>
            <a:br>
              <a:rPr lang="en-US" altLang="ko-KR" sz="1600" dirty="0"/>
            </a:br>
            <a:r>
              <a:rPr lang="ko-KR" altLang="en-US" sz="1600" dirty="0"/>
              <a:t>임시라이센스</a:t>
            </a:r>
            <a:r>
              <a:rPr lang="en-US" altLang="ko-KR" sz="1600" dirty="0"/>
              <a:t>, </a:t>
            </a:r>
            <a:r>
              <a:rPr lang="ko-KR" altLang="en-US" sz="1600" dirty="0"/>
              <a:t>정상라이센스</a:t>
            </a:r>
            <a:r>
              <a:rPr lang="en-US" altLang="ko-KR" sz="1600" dirty="0"/>
              <a:t>, </a:t>
            </a:r>
            <a:r>
              <a:rPr lang="ko-KR" altLang="en-US" sz="1600" dirty="0"/>
              <a:t>모듈이 생김</a:t>
            </a:r>
            <a:r>
              <a:rPr lang="en-US" altLang="ko-KR" sz="1600" dirty="0"/>
              <a:t>.</a:t>
            </a:r>
            <a:br>
              <a:rPr lang="en-US" altLang="ko-KR" sz="1600" dirty="0"/>
            </a:br>
            <a:r>
              <a:rPr lang="ko-KR" altLang="en-US" sz="1600" dirty="0"/>
              <a:t>임시라이센스는 기간이 </a:t>
            </a:r>
            <a:r>
              <a:rPr lang="en-US" altLang="ko-KR" sz="1600" dirty="0"/>
              <a:t>3</a:t>
            </a:r>
            <a:r>
              <a:rPr lang="ko-KR" altLang="en-US" sz="1600" dirty="0"/>
              <a:t>개월이고</a:t>
            </a:r>
            <a:r>
              <a:rPr lang="en-US" altLang="ko-KR" sz="1600" dirty="0"/>
              <a:t> </a:t>
            </a:r>
            <a:r>
              <a:rPr lang="en-US" altLang="ko-KR" sz="1600" dirty="0" err="1"/>
              <a:t>ip</a:t>
            </a:r>
            <a:r>
              <a:rPr lang="en-US" altLang="ko-KR" sz="1600" dirty="0"/>
              <a:t> </a:t>
            </a:r>
            <a:r>
              <a:rPr lang="ko-KR" altLang="en-US" sz="1600" dirty="0"/>
              <a:t>체크를 하지 않음</a:t>
            </a:r>
            <a:r>
              <a:rPr lang="en-US" altLang="ko-KR" sz="1600" dirty="0"/>
              <a:t>. </a:t>
            </a:r>
            <a:r>
              <a:rPr lang="ko-KR" altLang="en-US" sz="1600" dirty="0"/>
              <a:t>그래서 정상라이센스로 설치 작업하는게 나음</a:t>
            </a:r>
            <a:r>
              <a:rPr lang="en-US" altLang="ko-KR" sz="1600" dirty="0"/>
              <a:t>.</a:t>
            </a:r>
            <a:br>
              <a:rPr lang="en-US" altLang="ko-KR" sz="1600" dirty="0"/>
            </a:br>
            <a:br>
              <a:rPr lang="en-US" altLang="ko-KR" sz="1600" dirty="0"/>
            </a:br>
            <a:r>
              <a:rPr lang="en-US" altLang="ko-KR" sz="1600" dirty="0"/>
              <a:t>* </a:t>
            </a:r>
            <a:r>
              <a:rPr lang="ko-KR" altLang="en-US" sz="1600" dirty="0"/>
              <a:t>임시라이센스의 경우</a:t>
            </a:r>
            <a:r>
              <a:rPr lang="en-US" altLang="ko-KR" sz="1600" dirty="0"/>
              <a:t>, 3</a:t>
            </a:r>
            <a:r>
              <a:rPr lang="ko-KR" altLang="en-US" sz="1600" dirty="0"/>
              <a:t>개월이 되어도 서비스가 </a:t>
            </a:r>
            <a:r>
              <a:rPr lang="ko-KR" altLang="en-US" sz="1600" dirty="0" err="1"/>
              <a:t>종료되진</a:t>
            </a:r>
            <a:r>
              <a:rPr lang="ko-KR" altLang="en-US" sz="1600" dirty="0"/>
              <a:t> 않지만 </a:t>
            </a:r>
            <a:r>
              <a:rPr lang="ko-KR" altLang="en-US" sz="1600" dirty="0" err="1"/>
              <a:t>유통모듈을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재시작하면</a:t>
            </a:r>
            <a:r>
              <a:rPr lang="ko-KR" altLang="en-US" sz="1600" dirty="0"/>
              <a:t> 시작 시 에러가 발생함</a:t>
            </a:r>
            <a:r>
              <a:rPr lang="en-US" altLang="ko-KR" sz="1600" dirty="0"/>
              <a:t>.</a:t>
            </a:r>
            <a:br>
              <a:rPr lang="en-US" altLang="ko-KR" sz="1600" dirty="0"/>
            </a:br>
            <a:br>
              <a:rPr lang="en-US" altLang="ko-KR" sz="1600" dirty="0"/>
            </a:br>
            <a:r>
              <a:rPr lang="ko-KR" altLang="en-US" sz="1600" dirty="0"/>
              <a:t>정상라이센스 폴더의 </a:t>
            </a:r>
            <a:r>
              <a:rPr lang="en-US" altLang="ko-KR" sz="1600" dirty="0" err="1"/>
              <a:t>gpkiapi.lic</a:t>
            </a:r>
            <a:r>
              <a:rPr lang="en-US" altLang="ko-KR" sz="1600" dirty="0"/>
              <a:t> </a:t>
            </a:r>
            <a:r>
              <a:rPr lang="ko-KR" altLang="en-US" sz="1600" dirty="0"/>
              <a:t>파일을 </a:t>
            </a:r>
            <a:r>
              <a:rPr lang="en-US" altLang="ko-KR" sz="1600" dirty="0"/>
              <a:t>relay/</a:t>
            </a:r>
            <a:r>
              <a:rPr lang="en-US" altLang="ko-KR" sz="1600" dirty="0" err="1"/>
              <a:t>gpki</a:t>
            </a:r>
            <a:r>
              <a:rPr lang="en-US" altLang="ko-KR" sz="1600" dirty="0"/>
              <a:t>/</a:t>
            </a:r>
            <a:r>
              <a:rPr lang="ko-KR" altLang="en-US" sz="1600" dirty="0"/>
              <a:t>를 생성하여 위치시킴</a:t>
            </a:r>
            <a:r>
              <a:rPr lang="en-US" altLang="ko-KR" sz="1600" dirty="0"/>
              <a:t>.</a:t>
            </a:r>
            <a:br>
              <a:rPr lang="en-US" altLang="ko-KR" sz="1600" dirty="0"/>
            </a:br>
            <a:r>
              <a:rPr lang="en-US" altLang="ko-KR" sz="1600" dirty="0" err="1"/>
              <a:t>gpki</a:t>
            </a:r>
            <a:r>
              <a:rPr lang="en-US" altLang="ko-KR" sz="1600" dirty="0"/>
              <a:t> </a:t>
            </a:r>
            <a:r>
              <a:rPr lang="ko-KR" altLang="en-US" sz="1600" dirty="0"/>
              <a:t>인증서 파일도 같은 곳에 위치시킴</a:t>
            </a:r>
            <a:r>
              <a:rPr lang="en-US" altLang="ko-KR" sz="1600" dirty="0"/>
              <a:t>.</a:t>
            </a:r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569" y="3590270"/>
            <a:ext cx="5667375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004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48690" y="651510"/>
            <a:ext cx="53682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유통서버에서</a:t>
            </a:r>
            <a:endParaRPr lang="en-US" altLang="ko-KR" sz="1600" b="1" dirty="0"/>
          </a:p>
          <a:p>
            <a:r>
              <a:rPr lang="en-US" altLang="ko-KR" sz="1400" dirty="0"/>
              <a:t>14. GPKI </a:t>
            </a:r>
            <a:r>
              <a:rPr lang="ko-KR" altLang="en-US" sz="1400" dirty="0"/>
              <a:t>모듈 설정 방법</a:t>
            </a:r>
            <a:r>
              <a:rPr lang="en-US" altLang="ko-KR" sz="1400" dirty="0"/>
              <a:t>.</a:t>
            </a:r>
          </a:p>
          <a:p>
            <a:pPr marL="800100" lvl="1" indent="-342900">
              <a:buAutoNum type="arabicPeriod"/>
            </a:pPr>
            <a:r>
              <a:rPr lang="en-US" altLang="ko-KR" sz="1400" dirty="0"/>
              <a:t>gpkiapiV1.4.0.0_Linux_2.6.9-34.26AX_32bit_20170501.tgz </a:t>
            </a:r>
            <a:r>
              <a:rPr lang="ko-KR" altLang="en-US" sz="1400" dirty="0"/>
              <a:t>를 사용</a:t>
            </a:r>
            <a:r>
              <a:rPr lang="en-US" altLang="ko-KR" sz="1400" dirty="0"/>
              <a:t>. </a:t>
            </a:r>
            <a:r>
              <a:rPr lang="ko-KR" altLang="en-US" sz="1400" dirty="0"/>
              <a:t>압축 해제</a:t>
            </a:r>
            <a:endParaRPr lang="en-US" altLang="ko-KR" sz="1400" dirty="0"/>
          </a:p>
          <a:p>
            <a:pPr marL="800100" lvl="1" indent="-342900">
              <a:buAutoNum type="arabicPeriod"/>
            </a:pPr>
            <a:r>
              <a:rPr lang="ko-KR" altLang="en-US" sz="1400" dirty="0"/>
              <a:t>압축 해제하여 생성된 폴더 안에 </a:t>
            </a:r>
            <a:r>
              <a:rPr lang="en-US" altLang="ko-KR" sz="1400" dirty="0" err="1"/>
              <a:t>conf</a:t>
            </a:r>
            <a:r>
              <a:rPr lang="en-US" altLang="ko-KR" sz="1400" dirty="0"/>
              <a:t>/</a:t>
            </a:r>
            <a:r>
              <a:rPr lang="en-US" altLang="ko-KR" sz="1400" dirty="0" err="1"/>
              <a:t>gpkiapi.conf</a:t>
            </a:r>
            <a:r>
              <a:rPr lang="en-US" altLang="ko-KR" sz="1400" dirty="0"/>
              <a:t> </a:t>
            </a:r>
            <a:r>
              <a:rPr lang="ko-KR" altLang="en-US" sz="1400" dirty="0"/>
              <a:t>파일을 </a:t>
            </a:r>
            <a:r>
              <a:rPr lang="en-US" altLang="ko-KR" sz="1400" dirty="0"/>
              <a:t>relay/</a:t>
            </a:r>
            <a:r>
              <a:rPr lang="en-US" altLang="ko-KR" sz="1400" dirty="0" err="1"/>
              <a:t>config</a:t>
            </a:r>
            <a:r>
              <a:rPr lang="en-US" altLang="ko-KR" sz="1400" dirty="0"/>
              <a:t>/</a:t>
            </a:r>
            <a:r>
              <a:rPr lang="ko-KR" altLang="en-US" sz="1400" dirty="0"/>
              <a:t>에 파일과 교체</a:t>
            </a:r>
            <a:endParaRPr lang="en-US" altLang="ko-KR" sz="1400" dirty="0"/>
          </a:p>
          <a:p>
            <a:pPr marL="800100" lvl="1" indent="-342900">
              <a:buAutoNum type="arabicPeriod"/>
            </a:pPr>
            <a:r>
              <a:rPr lang="ko-KR" altLang="en-US" sz="1400" dirty="0"/>
              <a:t>압축 해제하여 생성된 폴더 안에 </a:t>
            </a:r>
            <a:r>
              <a:rPr lang="en-US" altLang="ko-KR" sz="1400" dirty="0"/>
              <a:t>lib/ </a:t>
            </a:r>
            <a:r>
              <a:rPr lang="ko-KR" altLang="en-US" sz="1400" dirty="0"/>
              <a:t>안에 모든 파일을 </a:t>
            </a:r>
            <a:r>
              <a:rPr lang="en-US" altLang="ko-KR" sz="1400" dirty="0"/>
              <a:t>relay/lib</a:t>
            </a:r>
            <a:r>
              <a:rPr lang="ko-KR" altLang="en-US" sz="1400" dirty="0"/>
              <a:t>로 복사</a:t>
            </a:r>
            <a:r>
              <a:rPr lang="en-US" altLang="ko-KR" sz="1400" dirty="0"/>
              <a:t>.</a:t>
            </a:r>
          </a:p>
          <a:p>
            <a:pPr marL="800100" lvl="1" indent="-342900">
              <a:buAutoNum type="arabicPeriod"/>
            </a:pPr>
            <a:r>
              <a:rPr lang="en-US" altLang="ko-KR" sz="1400" dirty="0"/>
              <a:t>32bitso </a:t>
            </a:r>
            <a:r>
              <a:rPr lang="ko-KR" altLang="en-US" sz="1400" dirty="0"/>
              <a:t>모음을 압축해제하여 </a:t>
            </a:r>
            <a:r>
              <a:rPr lang="en-US" altLang="ko-KR" sz="1400" dirty="0"/>
              <a:t>relay/lib </a:t>
            </a:r>
            <a:r>
              <a:rPr lang="ko-KR" altLang="en-US" sz="1400" dirty="0" err="1"/>
              <a:t>폴더안에</a:t>
            </a:r>
            <a:r>
              <a:rPr lang="ko-KR" altLang="en-US" sz="1400" dirty="0"/>
              <a:t> 위치</a:t>
            </a:r>
            <a:r>
              <a:rPr lang="en-US" altLang="ko-KR" sz="1400" dirty="0"/>
              <a:t>.</a:t>
            </a:r>
          </a:p>
          <a:p>
            <a:pPr marL="1257300" lvl="2" indent="-342900">
              <a:buAutoNum type="arabicPeriod"/>
            </a:pPr>
            <a:r>
              <a:rPr lang="en-US" altLang="ko-KR" sz="1400" dirty="0"/>
              <a:t>relay/lib </a:t>
            </a:r>
            <a:r>
              <a:rPr lang="ko-KR" altLang="en-US" sz="1400" dirty="0"/>
              <a:t>에서 </a:t>
            </a:r>
            <a:r>
              <a:rPr lang="en-US" altLang="ko-KR" sz="1400" dirty="0" err="1"/>
              <a:t>ldd</a:t>
            </a:r>
            <a:r>
              <a:rPr lang="en-US" altLang="ko-KR" sz="1400" dirty="0"/>
              <a:t> </a:t>
            </a:r>
            <a:r>
              <a:rPr lang="en-US" altLang="ko-KR" sz="1400" dirty="0" err="1"/>
              <a:t>gpkiapi_info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ldd</a:t>
            </a:r>
            <a:r>
              <a:rPr lang="en-US" altLang="ko-KR" sz="1400" dirty="0"/>
              <a:t> libgpkiapi.so, </a:t>
            </a:r>
            <a:r>
              <a:rPr lang="en-US" altLang="ko-KR" sz="1400" dirty="0" err="1"/>
              <a:t>ldd</a:t>
            </a:r>
            <a:r>
              <a:rPr lang="en-US" altLang="ko-KR" sz="1400" dirty="0"/>
              <a:t> liblber.so, </a:t>
            </a:r>
            <a:r>
              <a:rPr lang="en-US" altLang="ko-KR" sz="1400" dirty="0" err="1"/>
              <a:t>ldd</a:t>
            </a:r>
            <a:r>
              <a:rPr lang="en-US" altLang="ko-KR" sz="1400" dirty="0"/>
              <a:t> libldap.so</a:t>
            </a:r>
            <a:r>
              <a:rPr lang="ko-KR" altLang="en-US" sz="1400" dirty="0"/>
              <a:t>로 의존성을 확인하면서 연결 안된 것은 </a:t>
            </a:r>
            <a:r>
              <a:rPr lang="ko-KR" altLang="en-US" sz="1400" dirty="0" err="1"/>
              <a:t>연결해줘야하는데</a:t>
            </a:r>
            <a:r>
              <a:rPr lang="en-US" altLang="ko-KR" sz="1400" dirty="0"/>
              <a:t> </a:t>
            </a:r>
            <a:r>
              <a:rPr lang="ko-KR" altLang="en-US" sz="1400" dirty="0"/>
              <a:t>보통 </a:t>
            </a:r>
            <a:r>
              <a:rPr lang="en-US" altLang="ko-KR" sz="1400" dirty="0"/>
              <a:t>32bitso</a:t>
            </a:r>
            <a:r>
              <a:rPr lang="ko-KR" altLang="en-US" sz="1400" dirty="0"/>
              <a:t>안에 있으므로 </a:t>
            </a:r>
            <a:r>
              <a:rPr lang="ko-KR" altLang="en-US" sz="1400" dirty="0" err="1"/>
              <a:t>심볼릭</a:t>
            </a:r>
            <a:r>
              <a:rPr lang="ko-KR" altLang="en-US" sz="1400" dirty="0"/>
              <a:t> 링크로 필요한 파일을 이름 같게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위치시켜줌</a:t>
            </a:r>
            <a:r>
              <a:rPr lang="en-US" altLang="ko-KR" sz="1600" dirty="0"/>
              <a:t>.</a:t>
            </a:r>
          </a:p>
          <a:p>
            <a:pPr marL="1257300" lvl="2" indent="-342900">
              <a:buAutoNum type="arabicPeriod"/>
            </a:pPr>
            <a:endParaRPr lang="en-US" altLang="ko-KR" sz="1600" dirty="0"/>
          </a:p>
          <a:p>
            <a:pPr marL="1257300" lvl="2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3907716"/>
            <a:ext cx="5301108" cy="27992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2DED88-2971-4208-A1F6-BE4E4AB8D74B}"/>
              </a:ext>
            </a:extLst>
          </p:cNvPr>
          <p:cNvSpPr txBox="1"/>
          <p:nvPr/>
        </p:nvSpPr>
        <p:spPr>
          <a:xfrm>
            <a:off x="6400800" y="651510"/>
            <a:ext cx="5486400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0" dirty="0" err="1">
                <a:effectLst/>
                <a:latin typeface="Consolas" panose="020B0609020204030204" pitchFamily="49" charset="0"/>
              </a:rPr>
              <a:t>ldd</a:t>
            </a:r>
            <a:r>
              <a:rPr lang="en-US" altLang="ko-KR" sz="1200" b="0" dirty="0">
                <a:effectLst/>
                <a:latin typeface="Consolas" panose="020B0609020204030204" pitchFamily="49" charset="0"/>
              </a:rPr>
              <a:t>  </a:t>
            </a:r>
            <a:r>
              <a:rPr lang="en-US" altLang="ko-KR" sz="1200" b="0" dirty="0" err="1">
                <a:effectLst/>
                <a:latin typeface="Consolas" panose="020B0609020204030204" pitchFamily="49" charset="0"/>
              </a:rPr>
              <a:t>gpkiapi_info</a:t>
            </a:r>
            <a:endParaRPr lang="en-US" altLang="ko-KR" sz="1200" b="0" dirty="0"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effectLst/>
                <a:latin typeface="Consolas" panose="020B0609020204030204" pitchFamily="49" charset="0"/>
              </a:rPr>
              <a:t>ln -s liblber.so liblber.so.7</a:t>
            </a:r>
          </a:p>
          <a:p>
            <a:r>
              <a:rPr lang="en-US" altLang="ko-KR" sz="1200" b="0" dirty="0">
                <a:effectLst/>
                <a:latin typeface="Consolas" panose="020B0609020204030204" pitchFamily="49" charset="0"/>
              </a:rPr>
              <a:t>ln -s liblber.so liblber-2.2.so.7</a:t>
            </a:r>
          </a:p>
          <a:p>
            <a:r>
              <a:rPr lang="en-US" altLang="ko-KR" sz="1200" b="0" dirty="0">
                <a:effectLst/>
                <a:latin typeface="Consolas" panose="020B0609020204030204" pitchFamily="49" charset="0"/>
              </a:rPr>
              <a:t>ln -s 32bitso/lib/libdb_cxx-4.2.so libdb_cxx-4.2.so</a:t>
            </a:r>
          </a:p>
          <a:p>
            <a:r>
              <a:rPr lang="en-US" altLang="ko-KR" sz="1200" b="0" dirty="0">
                <a:effectLst/>
                <a:latin typeface="Consolas" panose="020B0609020204030204" pitchFamily="49" charset="0"/>
              </a:rPr>
              <a:t>ln -s 32bitso/lib/libsasl2.so.2.0.23 libsasl2.so.2</a:t>
            </a:r>
          </a:p>
          <a:p>
            <a:r>
              <a:rPr lang="en-US" altLang="ko-KR" sz="1200" b="0" dirty="0">
                <a:effectLst/>
                <a:latin typeface="Consolas" panose="020B0609020204030204" pitchFamily="49" charset="0"/>
              </a:rPr>
              <a:t>ln -s 32bitso/lib/libssl.so.1.0.2k libssl.so.4</a:t>
            </a:r>
          </a:p>
          <a:p>
            <a:r>
              <a:rPr lang="en-US" altLang="ko-KR" sz="1200" b="0" dirty="0">
                <a:effectLst/>
                <a:latin typeface="Consolas" panose="020B0609020204030204" pitchFamily="49" charset="0"/>
              </a:rPr>
              <a:t>ln -s 32bitso/lib/libcrypto.so.1.0.2k libcrypto.so.4</a:t>
            </a:r>
          </a:p>
          <a:p>
            <a:r>
              <a:rPr lang="en-US" altLang="ko-KR" sz="1200" b="0" dirty="0">
                <a:effectLst/>
                <a:latin typeface="Consolas" panose="020B0609020204030204" pitchFamily="49" charset="0"/>
              </a:rPr>
              <a:t>ln -s 32bitso/libk5crypto.so.3.1 libk5crypto.so.3</a:t>
            </a:r>
          </a:p>
          <a:p>
            <a:r>
              <a:rPr lang="en-US" altLang="ko-KR" sz="1200" b="0" dirty="0" err="1">
                <a:effectLst/>
                <a:latin typeface="Consolas" panose="020B0609020204030204" pitchFamily="49" charset="0"/>
              </a:rPr>
              <a:t>ldd</a:t>
            </a:r>
            <a:r>
              <a:rPr lang="en-US" altLang="ko-KR" sz="1200" b="0" dirty="0">
                <a:effectLst/>
                <a:latin typeface="Consolas" panose="020B0609020204030204" pitchFamily="49" charset="0"/>
              </a:rPr>
              <a:t>  </a:t>
            </a:r>
            <a:r>
              <a:rPr lang="en-US" altLang="ko-KR" sz="1200" dirty="0"/>
              <a:t> libgpkiapi.so </a:t>
            </a:r>
          </a:p>
          <a:p>
            <a:r>
              <a:rPr lang="en-US" altLang="ko-KR" sz="1200" b="0" dirty="0">
                <a:effectLst/>
                <a:latin typeface="Consolas" panose="020B0609020204030204" pitchFamily="49" charset="0"/>
              </a:rPr>
              <a:t>ln -s 32bitso/lib/</a:t>
            </a:r>
            <a:r>
              <a:rPr lang="en-US" altLang="ko-KR" sz="1200" b="0" dirty="0" err="1">
                <a:effectLst/>
                <a:latin typeface="Consolas" panose="020B0609020204030204" pitchFamily="49" charset="0"/>
              </a:rPr>
              <a:t>libstdc</a:t>
            </a:r>
            <a:r>
              <a:rPr lang="en-US" altLang="ko-KR" sz="1200" b="0" dirty="0">
                <a:effectLst/>
                <a:latin typeface="Consolas" panose="020B0609020204030204" pitchFamily="49" charset="0"/>
              </a:rPr>
              <a:t>++.so.6.0.19 </a:t>
            </a:r>
            <a:r>
              <a:rPr lang="en-US" altLang="ko-KR" sz="1200" b="0" dirty="0" err="1">
                <a:effectLst/>
                <a:latin typeface="Consolas" panose="020B0609020204030204" pitchFamily="49" charset="0"/>
              </a:rPr>
              <a:t>libstdc</a:t>
            </a:r>
            <a:r>
              <a:rPr lang="en-US" altLang="ko-KR" sz="1200" b="0" dirty="0">
                <a:effectLst/>
                <a:latin typeface="Consolas" panose="020B0609020204030204" pitchFamily="49" charset="0"/>
              </a:rPr>
              <a:t>++.so.6</a:t>
            </a:r>
          </a:p>
          <a:p>
            <a:r>
              <a:rPr lang="en-US" altLang="ko-KR" sz="1200" b="0" dirty="0">
                <a:effectLst/>
                <a:latin typeface="Consolas" panose="020B0609020204030204" pitchFamily="49" charset="0"/>
              </a:rPr>
              <a:t>ln -s 32bitso/lib/libcrypt-2.17.so libcrypt.so.1</a:t>
            </a:r>
          </a:p>
          <a:p>
            <a:r>
              <a:rPr lang="en-US" altLang="ko-KR" sz="1200" b="0" dirty="0">
                <a:effectLst/>
                <a:latin typeface="Consolas" panose="020B0609020204030204" pitchFamily="49" charset="0"/>
              </a:rPr>
              <a:t>ln -s 32bitso/lib/libgssapi_krb5.so.2.2 libgssapi_krb5.so.2</a:t>
            </a:r>
          </a:p>
          <a:p>
            <a:r>
              <a:rPr lang="en-US" altLang="ko-KR" sz="1200" b="0" dirty="0">
                <a:effectLst/>
                <a:latin typeface="Consolas" panose="020B0609020204030204" pitchFamily="49" charset="0"/>
              </a:rPr>
              <a:t>ln -s 32bitso/lib/libkrb5.so.3.3 libkrb5.so.3</a:t>
            </a:r>
          </a:p>
          <a:p>
            <a:r>
              <a:rPr lang="en-US" altLang="ko-KR" sz="1200" b="0" dirty="0">
                <a:effectLst/>
                <a:latin typeface="Consolas" panose="020B0609020204030204" pitchFamily="49" charset="0"/>
              </a:rPr>
              <a:t>ln -s 32bitso/lib/libcom_err.so.2.1 libcom_err.so.2</a:t>
            </a:r>
          </a:p>
          <a:p>
            <a:r>
              <a:rPr lang="en-US" altLang="ko-KR" sz="1200" b="0" dirty="0">
                <a:effectLst/>
                <a:latin typeface="Consolas" panose="020B0609020204030204" pitchFamily="49" charset="0"/>
              </a:rPr>
              <a:t>ln -s 32bitso/lib/libk5crypto.so.3.1 libk5crypto.so.3</a:t>
            </a:r>
          </a:p>
          <a:p>
            <a:r>
              <a:rPr lang="en-US" altLang="ko-KR" sz="1200" b="0" dirty="0">
                <a:effectLst/>
                <a:latin typeface="Consolas" panose="020B0609020204030204" pitchFamily="49" charset="0"/>
              </a:rPr>
              <a:t>ln -s 32bitso/lib/libz.so.1.2.7 libz.so.1</a:t>
            </a:r>
          </a:p>
          <a:p>
            <a:r>
              <a:rPr lang="en-US" altLang="ko-KR" sz="1200" b="0" dirty="0" err="1">
                <a:effectLst/>
                <a:latin typeface="Consolas" panose="020B0609020204030204" pitchFamily="49" charset="0"/>
              </a:rPr>
              <a:t>ldd</a:t>
            </a:r>
            <a:r>
              <a:rPr lang="en-US" altLang="ko-KR" sz="1200" b="0" dirty="0">
                <a:effectLst/>
                <a:latin typeface="Consolas" panose="020B0609020204030204" pitchFamily="49" charset="0"/>
              </a:rPr>
              <a:t>  </a:t>
            </a:r>
            <a:r>
              <a:rPr lang="en-US" altLang="ko-KR" sz="1200" dirty="0"/>
              <a:t>liblber.so </a:t>
            </a:r>
          </a:p>
          <a:p>
            <a:r>
              <a:rPr lang="en-US" altLang="ko-KR" sz="1200" dirty="0"/>
              <a:t>ln -s 32bitso/lib/libgcc_s-4.8.5-20150702.so.1 libgcc_s.so.1</a:t>
            </a:r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dirty="0"/>
              <a:t>ln -s 32bitso/lib/libfreebl3.so libfreebl3.so</a:t>
            </a:r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dirty="0"/>
              <a:t>ln -s 32bitso/lib/libkrb5support.so.0.1 libkrb5support.so.0</a:t>
            </a:r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dirty="0"/>
              <a:t>ln -s 32bitso/lib/libkeyutils.so.1.5 libkeyutils.so.1</a:t>
            </a:r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b="0" dirty="0" err="1">
                <a:effectLst/>
                <a:latin typeface="Consolas" panose="020B0609020204030204" pitchFamily="49" charset="0"/>
              </a:rPr>
              <a:t>ldd</a:t>
            </a:r>
            <a:r>
              <a:rPr lang="en-US" altLang="ko-KR" sz="1200" b="0" dirty="0">
                <a:effectLst/>
                <a:latin typeface="Consolas" panose="020B0609020204030204" pitchFamily="49" charset="0"/>
              </a:rPr>
              <a:t>  </a:t>
            </a:r>
            <a:r>
              <a:rPr lang="en-US" altLang="ko-KR" sz="1200" dirty="0"/>
              <a:t> libldap.so </a:t>
            </a:r>
          </a:p>
          <a:p>
            <a:r>
              <a:rPr lang="en-US" altLang="ko-KR" sz="1200" dirty="0"/>
              <a:t>ln -s 32bitso/lib/libselinux.so.1 </a:t>
            </a:r>
            <a:r>
              <a:rPr lang="en-US" altLang="ko-KR" sz="1200" dirty="0" err="1"/>
              <a:t>libselinux.so.1</a:t>
            </a:r>
            <a:endParaRPr lang="en-US" altLang="ko-KR" sz="1200" dirty="0"/>
          </a:p>
          <a:p>
            <a:r>
              <a:rPr lang="en-US" altLang="ko-KR" sz="1200" dirty="0"/>
              <a:t>ln -s 32bitso/lib/libpcre.so.1.2.0 libpcre.so.1</a:t>
            </a:r>
          </a:p>
          <a:p>
            <a:endParaRPr lang="en-US" altLang="ko-KR" sz="1200" dirty="0"/>
          </a:p>
          <a:p>
            <a:r>
              <a:rPr lang="ko-KR" altLang="en-US" sz="1200" dirty="0"/>
              <a:t>해당 로그는 예시이며</a:t>
            </a:r>
            <a:r>
              <a:rPr lang="en-US" altLang="ko-KR" sz="1200" dirty="0"/>
              <a:t>, </a:t>
            </a:r>
            <a:r>
              <a:rPr lang="en-US" altLang="ko-KR" sz="1200" dirty="0" err="1"/>
              <a:t>ldd</a:t>
            </a:r>
            <a:r>
              <a:rPr lang="en-US" altLang="ko-KR" sz="1200" dirty="0"/>
              <a:t> </a:t>
            </a:r>
            <a:r>
              <a:rPr lang="ko-KR" altLang="en-US" sz="1200" dirty="0"/>
              <a:t>명령어로 </a:t>
            </a:r>
            <a:r>
              <a:rPr lang="en-US" altLang="ko-KR" sz="1200" dirty="0" err="1"/>
              <a:t>gpkiapi_info</a:t>
            </a:r>
            <a:r>
              <a:rPr lang="en-US" altLang="ko-KR" sz="1200" dirty="0"/>
              <a:t>, libgpkiapi.so, liblber.so, libldap.so </a:t>
            </a:r>
            <a:r>
              <a:rPr lang="ko-KR" altLang="en-US" sz="1200" dirty="0"/>
              <a:t>네 파일에 대해 의존성을 다 확인하며 </a:t>
            </a:r>
            <a:r>
              <a:rPr lang="ko-KR" altLang="en-US" sz="1200" dirty="0" err="1"/>
              <a:t>심볼릭</a:t>
            </a:r>
            <a:r>
              <a:rPr lang="ko-KR" altLang="en-US" sz="1200" dirty="0"/>
              <a:t> 링크를 추가함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20960197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48690" y="651510"/>
            <a:ext cx="104698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유통서버에서</a:t>
            </a:r>
            <a:endParaRPr lang="en-US" altLang="ko-KR" sz="1600" b="1" dirty="0"/>
          </a:p>
          <a:p>
            <a:r>
              <a:rPr lang="en-US" altLang="ko-KR" sz="1600" dirty="0"/>
              <a:t>15. GPKI </a:t>
            </a:r>
            <a:r>
              <a:rPr lang="ko-KR" altLang="en-US" sz="1600" dirty="0"/>
              <a:t>모듈 설정 방법</a:t>
            </a:r>
            <a:r>
              <a:rPr lang="en-US" altLang="ko-KR" sz="1600" dirty="0"/>
              <a:t>.</a:t>
            </a:r>
          </a:p>
          <a:p>
            <a:pPr marL="800100" lvl="1" indent="-342900">
              <a:buAutoNum type="arabicPeriod"/>
            </a:pPr>
            <a:r>
              <a:rPr lang="en-US" altLang="ko-KR" sz="1600" dirty="0"/>
              <a:t>○gpkiapiV1.4.0.0_20101002_j.zip </a:t>
            </a:r>
            <a:r>
              <a:rPr lang="ko-KR" altLang="en-US" sz="1600" dirty="0"/>
              <a:t>파일 해제</a:t>
            </a:r>
            <a:endParaRPr lang="en-US" altLang="ko-KR" sz="1600" dirty="0"/>
          </a:p>
          <a:p>
            <a:pPr marL="800100" lvl="1" indent="-342900">
              <a:buAutoNum type="arabicPeriod"/>
            </a:pPr>
            <a:r>
              <a:rPr lang="ko-KR" altLang="en-US" sz="1600" dirty="0" err="1"/>
              <a:t>해제된폴더</a:t>
            </a:r>
            <a:r>
              <a:rPr lang="en-US" altLang="ko-KR" sz="1600" dirty="0"/>
              <a:t>/lib/libgpkiapi_jni.jar </a:t>
            </a:r>
            <a:r>
              <a:rPr lang="ko-KR" altLang="en-US" sz="1600" dirty="0"/>
              <a:t>을 </a:t>
            </a:r>
            <a:r>
              <a:rPr lang="en-US" altLang="ko-KR" sz="1600" dirty="0"/>
              <a:t>relay/classes/</a:t>
            </a:r>
            <a:r>
              <a:rPr lang="ko-KR" altLang="en-US" sz="1600" dirty="0"/>
              <a:t>에  복사</a:t>
            </a:r>
            <a:r>
              <a:rPr lang="en-US" altLang="ko-KR" sz="1600" dirty="0"/>
              <a:t>.</a:t>
            </a:r>
          </a:p>
          <a:p>
            <a:pPr marL="800100" lvl="1" indent="-342900">
              <a:buAutoNum type="arabicPeriod"/>
            </a:pPr>
            <a:endParaRPr lang="en-US" altLang="ko-KR" sz="16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721" y="1931236"/>
            <a:ext cx="5838825" cy="2047875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0A801737-DA72-456E-B029-EAB3C4D2495B}"/>
              </a:ext>
            </a:extLst>
          </p:cNvPr>
          <p:cNvSpPr/>
          <p:nvPr/>
        </p:nvSpPr>
        <p:spPr>
          <a:xfrm>
            <a:off x="5057775" y="3324225"/>
            <a:ext cx="1905000" cy="190500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3777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48690" y="651510"/>
            <a:ext cx="1046988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그룹웨어서버에서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en-US" altLang="ko-KR" sz="1600" dirty="0" err="1"/>
              <a:t>ezflow</a:t>
            </a:r>
            <a:r>
              <a:rPr lang="ko-KR" altLang="en-US" sz="1600" dirty="0"/>
              <a:t>의 </a:t>
            </a:r>
            <a:r>
              <a:rPr lang="en-US" altLang="ko-KR" sz="1600" dirty="0" err="1"/>
              <a:t>config.properties</a:t>
            </a:r>
            <a:r>
              <a:rPr lang="en-US" altLang="ko-KR" sz="1600" dirty="0"/>
              <a:t> </a:t>
            </a:r>
            <a:r>
              <a:rPr lang="ko-KR" altLang="en-US" sz="1600" dirty="0"/>
              <a:t>에</a:t>
            </a:r>
            <a:endParaRPr lang="en-US" altLang="ko-KR" sz="1600" dirty="0"/>
          </a:p>
          <a:p>
            <a:pPr marL="800100" lvl="1" indent="-342900">
              <a:buAutoNum type="arabicPeriod"/>
            </a:pPr>
            <a:r>
              <a:rPr lang="en-US" altLang="ko-KR" sz="1600" dirty="0" err="1"/>
              <a:t>relay_root</a:t>
            </a:r>
            <a:r>
              <a:rPr lang="en-US" altLang="ko-KR" sz="1600" dirty="0"/>
              <a:t> = /home/</a:t>
            </a:r>
            <a:r>
              <a:rPr lang="en-US" altLang="ko-KR" sz="1600" dirty="0" err="1"/>
              <a:t>jmocha</a:t>
            </a:r>
            <a:r>
              <a:rPr lang="en-US" altLang="ko-KR" sz="1600" dirty="0"/>
              <a:t>/</a:t>
            </a:r>
            <a:r>
              <a:rPr lang="en-US" altLang="ko-KR" sz="1600" dirty="0" err="1"/>
              <a:t>ezEKP</a:t>
            </a:r>
            <a:r>
              <a:rPr lang="en-US" altLang="ko-KR" sz="1600" dirty="0"/>
              <a:t>/</a:t>
            </a:r>
            <a:r>
              <a:rPr lang="en-US" altLang="ko-KR" sz="1600" dirty="0" err="1"/>
              <a:t>ezFlow</a:t>
            </a:r>
            <a:r>
              <a:rPr lang="en-US" altLang="ko-KR" sz="1600" dirty="0"/>
              <a:t>/</a:t>
            </a:r>
            <a:r>
              <a:rPr lang="en-US" altLang="ko-KR" sz="1600" dirty="0" err="1"/>
              <a:t>webapps</a:t>
            </a:r>
            <a:r>
              <a:rPr lang="en-US" altLang="ko-KR" sz="1600" dirty="0"/>
              <a:t>/ROOT (ROOT</a:t>
            </a:r>
            <a:r>
              <a:rPr lang="ko-KR" altLang="en-US" sz="1600" dirty="0"/>
              <a:t>가 있는 위치까지의 경로</a:t>
            </a:r>
            <a:r>
              <a:rPr lang="en-US" altLang="ko-KR" sz="1600" dirty="0"/>
              <a:t>)</a:t>
            </a:r>
          </a:p>
          <a:p>
            <a:pPr marL="800100" lvl="1" indent="-342900">
              <a:buAutoNum type="arabicPeriod"/>
            </a:pPr>
            <a:r>
              <a:rPr lang="en-US" altLang="ko-KR" sz="1600" dirty="0" err="1"/>
              <a:t>Upload_relay.ROOT</a:t>
            </a:r>
            <a:r>
              <a:rPr lang="en-US" altLang="ko-KR" sz="1600" dirty="0"/>
              <a:t> = /relay</a:t>
            </a:r>
          </a:p>
          <a:p>
            <a:pPr marL="800100" lvl="1" indent="-342900">
              <a:buAutoNum type="arabicPeriod"/>
            </a:pPr>
            <a:r>
              <a:rPr lang="en-US" altLang="ko-KR" sz="1600" dirty="0" err="1"/>
              <a:t>upload_relay.R_DocPath</a:t>
            </a:r>
            <a:r>
              <a:rPr lang="en-US" altLang="ko-KR" sz="1600" dirty="0"/>
              <a:t> = /files/</a:t>
            </a:r>
            <a:r>
              <a:rPr lang="en-US" altLang="ko-KR" sz="1600" dirty="0" err="1"/>
              <a:t>upload_approval</a:t>
            </a:r>
            <a:r>
              <a:rPr lang="en-US" altLang="ko-KR" sz="1600" dirty="0"/>
              <a:t> </a:t>
            </a:r>
            <a:r>
              <a:rPr lang="ko-KR" altLang="en-US" sz="1600" dirty="0"/>
              <a:t>로 설정</a:t>
            </a:r>
            <a:r>
              <a:rPr lang="en-US" altLang="ko-KR" sz="1600" dirty="0"/>
              <a:t>.</a:t>
            </a:r>
          </a:p>
          <a:p>
            <a:pPr marL="342900" indent="-342900">
              <a:buAutoNum type="arabicPeriod"/>
            </a:pPr>
            <a:r>
              <a:rPr lang="en-US" altLang="ko-KR" sz="1600" dirty="0" err="1"/>
              <a:t>ezflow</a:t>
            </a:r>
            <a:r>
              <a:rPr lang="ko-KR" altLang="en-US" sz="1600" dirty="0"/>
              <a:t>가 설치된 서버에서</a:t>
            </a:r>
            <a:endParaRPr lang="en-US" altLang="ko-KR" sz="1600" dirty="0"/>
          </a:p>
          <a:p>
            <a:pPr marL="800100" lvl="1" indent="-342900">
              <a:buAutoNum type="arabicPeriod"/>
            </a:pPr>
            <a:r>
              <a:rPr lang="en-US" altLang="ko-KR" sz="1600" dirty="0"/>
              <a:t>/home/</a:t>
            </a:r>
            <a:r>
              <a:rPr lang="en-US" altLang="ko-KR" sz="1600" dirty="0" err="1"/>
              <a:t>jmocha</a:t>
            </a:r>
            <a:r>
              <a:rPr lang="en-US" altLang="ko-KR" sz="1600" dirty="0"/>
              <a:t>/</a:t>
            </a:r>
            <a:r>
              <a:rPr lang="en-US" altLang="ko-KR" sz="1600" dirty="0" err="1"/>
              <a:t>ezEKP</a:t>
            </a:r>
            <a:r>
              <a:rPr lang="en-US" altLang="ko-KR" sz="1600" dirty="0"/>
              <a:t>/</a:t>
            </a:r>
            <a:r>
              <a:rPr lang="en-US" altLang="ko-KR" sz="1600" dirty="0" err="1"/>
              <a:t>ezFlow</a:t>
            </a:r>
            <a:r>
              <a:rPr lang="en-US" altLang="ko-KR" sz="1600" dirty="0"/>
              <a:t>/</a:t>
            </a:r>
            <a:r>
              <a:rPr lang="en-US" altLang="ko-KR" sz="1600" dirty="0" err="1"/>
              <a:t>webapps</a:t>
            </a:r>
            <a:r>
              <a:rPr lang="en-US" altLang="ko-KR" sz="1600" dirty="0"/>
              <a:t>/ROOT/</a:t>
            </a:r>
            <a:r>
              <a:rPr lang="en-US" altLang="ko-KR" sz="1600" dirty="0" err="1"/>
              <a:t>fileroot</a:t>
            </a:r>
            <a:r>
              <a:rPr lang="en-US" altLang="ko-KR" sz="1600" dirty="0"/>
              <a:t>/0/files</a:t>
            </a:r>
            <a:r>
              <a:rPr lang="ko-KR" altLang="en-US" sz="1600" dirty="0"/>
              <a:t>에 </a:t>
            </a:r>
            <a:r>
              <a:rPr lang="en-US" altLang="ko-KR" sz="1600" dirty="0"/>
              <a:t>/home/</a:t>
            </a:r>
            <a:r>
              <a:rPr lang="en-US" altLang="ko-KR" sz="1600" dirty="0" err="1"/>
              <a:t>jmocha</a:t>
            </a:r>
            <a:r>
              <a:rPr lang="en-US" altLang="ko-KR" sz="1600" dirty="0"/>
              <a:t>/relay</a:t>
            </a:r>
            <a:r>
              <a:rPr lang="ko-KR" altLang="en-US" sz="1600" dirty="0"/>
              <a:t>를 </a:t>
            </a:r>
            <a:r>
              <a:rPr lang="ko-KR" altLang="en-US" sz="1600" dirty="0" err="1"/>
              <a:t>심볼릭</a:t>
            </a:r>
            <a:r>
              <a:rPr lang="ko-KR" altLang="en-US" sz="1600" dirty="0"/>
              <a:t> 링크 생성</a:t>
            </a:r>
            <a:r>
              <a:rPr lang="en-US" altLang="ko-KR" sz="1600" dirty="0"/>
              <a:t>. (</a:t>
            </a:r>
            <a:r>
              <a:rPr lang="ko-KR" altLang="en-US" sz="1600" dirty="0" err="1"/>
              <a:t>유통서버와</a:t>
            </a:r>
            <a:r>
              <a:rPr lang="ko-KR" altLang="en-US" sz="1600" dirty="0"/>
              <a:t> </a:t>
            </a:r>
            <a:r>
              <a:rPr lang="en-US" altLang="ko-KR" sz="1600" dirty="0" err="1"/>
              <a:t>ezFlow</a:t>
            </a:r>
            <a:r>
              <a:rPr lang="ko-KR" altLang="en-US" sz="1600" dirty="0"/>
              <a:t>서버가 분리되어 있을 경우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마운트한</a:t>
            </a:r>
            <a:r>
              <a:rPr lang="ko-KR" altLang="en-US" sz="1600" dirty="0"/>
              <a:t> </a:t>
            </a:r>
            <a:r>
              <a:rPr lang="en-US" altLang="ko-KR" sz="1600" dirty="0"/>
              <a:t>relay</a:t>
            </a:r>
            <a:r>
              <a:rPr lang="ko-KR" altLang="en-US" sz="1600" dirty="0"/>
              <a:t>에는 </a:t>
            </a:r>
            <a:r>
              <a:rPr lang="en-US" altLang="ko-KR" sz="1600" dirty="0"/>
              <a:t>data</a:t>
            </a:r>
            <a:r>
              <a:rPr lang="ko-KR" altLang="en-US" sz="1600" dirty="0"/>
              <a:t>와 </a:t>
            </a:r>
            <a:r>
              <a:rPr lang="en-US" altLang="ko-KR" sz="1600" dirty="0" err="1"/>
              <a:t>dtd</a:t>
            </a:r>
            <a:r>
              <a:rPr lang="en-US" altLang="ko-KR" sz="1600" dirty="0"/>
              <a:t> </a:t>
            </a:r>
            <a:r>
              <a:rPr lang="ko-KR" altLang="en-US" sz="1600" dirty="0"/>
              <a:t>폴더가 있어야함</a:t>
            </a:r>
            <a:r>
              <a:rPr lang="en-US" altLang="ko-KR" sz="1600" dirty="0"/>
              <a:t>. data</a:t>
            </a:r>
            <a:r>
              <a:rPr lang="ko-KR" altLang="en-US" sz="1600" dirty="0"/>
              <a:t>만 </a:t>
            </a:r>
            <a:r>
              <a:rPr lang="ko-KR" altLang="en-US" sz="1600" dirty="0" err="1"/>
              <a:t>마운트하고</a:t>
            </a:r>
            <a:r>
              <a:rPr lang="ko-KR" altLang="en-US" sz="1600" dirty="0"/>
              <a:t> </a:t>
            </a:r>
            <a:r>
              <a:rPr lang="en-US" altLang="ko-KR" sz="1600" dirty="0" err="1"/>
              <a:t>dtd</a:t>
            </a:r>
            <a:r>
              <a:rPr lang="ko-KR" altLang="en-US" sz="1600" dirty="0"/>
              <a:t>는 별도로 복사해줘도 동작함</a:t>
            </a:r>
            <a:r>
              <a:rPr lang="en-US" altLang="ko-KR" sz="1600" dirty="0"/>
              <a:t>.)</a:t>
            </a:r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528" y="3016654"/>
            <a:ext cx="6143625" cy="203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638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48690" y="651510"/>
            <a:ext cx="10469880" cy="630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그룹웨어서버에서</a:t>
            </a:r>
            <a:endParaRPr lang="en-US" altLang="ko-KR" b="1" dirty="0"/>
          </a:p>
          <a:p>
            <a:r>
              <a:rPr lang="en-US" altLang="ko-KR" sz="1600" dirty="0"/>
              <a:t>3. </a:t>
            </a:r>
            <a:r>
              <a:rPr lang="en-US" altLang="ko-KR" sz="1600" dirty="0" err="1"/>
              <a:t>ezflow</a:t>
            </a:r>
            <a:r>
              <a:rPr lang="ko-KR" altLang="en-US" sz="1600" dirty="0"/>
              <a:t>가 설치된 서버에서</a:t>
            </a:r>
            <a:endParaRPr lang="en-US" altLang="ko-KR" sz="1600" dirty="0"/>
          </a:p>
          <a:p>
            <a:pPr marL="800100" lvl="1" indent="-342900">
              <a:buAutoNum type="arabicPeriod"/>
            </a:pPr>
            <a:r>
              <a:rPr lang="en-US" altLang="ko-KR" sz="1600" dirty="0"/>
              <a:t>/home/</a:t>
            </a:r>
            <a:r>
              <a:rPr lang="en-US" altLang="ko-KR" sz="1600" dirty="0" err="1"/>
              <a:t>jmocha</a:t>
            </a:r>
            <a:r>
              <a:rPr lang="en-US" altLang="ko-KR" sz="1600" dirty="0"/>
              <a:t>/</a:t>
            </a:r>
            <a:r>
              <a:rPr lang="en-US" altLang="ko-KR" sz="1600" dirty="0" err="1"/>
              <a:t>ezEKP</a:t>
            </a:r>
            <a:r>
              <a:rPr lang="en-US" altLang="ko-KR" sz="1600" dirty="0"/>
              <a:t>/</a:t>
            </a:r>
            <a:r>
              <a:rPr lang="en-US" altLang="ko-KR" sz="1600" dirty="0" err="1"/>
              <a:t>ezFlow</a:t>
            </a:r>
            <a:r>
              <a:rPr lang="en-US" altLang="ko-KR" sz="1600" dirty="0"/>
              <a:t>/</a:t>
            </a:r>
            <a:r>
              <a:rPr lang="en-US" altLang="ko-KR" sz="1600" dirty="0" err="1"/>
              <a:t>webapps</a:t>
            </a:r>
            <a:r>
              <a:rPr lang="en-US" altLang="ko-KR" sz="1600" dirty="0"/>
              <a:t>/ROOT/</a:t>
            </a:r>
            <a:r>
              <a:rPr lang="en-US" altLang="ko-KR" sz="1600" dirty="0" err="1"/>
              <a:t>fileroot</a:t>
            </a:r>
            <a:r>
              <a:rPr lang="en-US" altLang="ko-KR" sz="1600" dirty="0"/>
              <a:t>/0/files/</a:t>
            </a:r>
            <a:r>
              <a:rPr lang="en-US" altLang="ko-KR" sz="1600" dirty="0" err="1"/>
              <a:t>upload_approval</a:t>
            </a:r>
            <a:r>
              <a:rPr lang="en-US" altLang="ko-KR" sz="1600" dirty="0"/>
              <a:t>/ </a:t>
            </a:r>
            <a:r>
              <a:rPr lang="ko-KR" altLang="en-US" sz="1600" dirty="0"/>
              <a:t>에 </a:t>
            </a:r>
            <a:r>
              <a:rPr lang="en-US" altLang="ko-KR" sz="1600" dirty="0" err="1"/>
              <a:t>exPack</a:t>
            </a:r>
            <a:r>
              <a:rPr lang="en-US" altLang="ko-KR" sz="1600" dirty="0"/>
              <a:t> </a:t>
            </a:r>
            <a:r>
              <a:rPr lang="ko-KR" altLang="en-US" sz="1600" dirty="0"/>
              <a:t>관련 폴더들을 </a:t>
            </a:r>
            <a:r>
              <a:rPr lang="ko-KR" altLang="en-US" sz="1600" dirty="0" err="1"/>
              <a:t>위치시켜야함</a:t>
            </a:r>
            <a:r>
              <a:rPr lang="en-US" altLang="ko-KR" sz="1600" dirty="0"/>
              <a:t>.</a:t>
            </a:r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r>
              <a:rPr lang="ko-KR" altLang="en-US" sz="1600" dirty="0"/>
              <a:t>한글기안기로 발송할 경우</a:t>
            </a:r>
            <a:r>
              <a:rPr lang="en-US" altLang="ko-KR" sz="1600" dirty="0"/>
              <a:t>, ROOT/files/</a:t>
            </a:r>
            <a:r>
              <a:rPr lang="en-US" altLang="ko-KR" sz="1600" dirty="0" err="1"/>
              <a:t>upload_approvalgG</a:t>
            </a:r>
            <a:r>
              <a:rPr lang="en-US" altLang="ko-KR" sz="1600" dirty="0"/>
              <a:t>/ </a:t>
            </a:r>
            <a:r>
              <a:rPr lang="ko-KR" altLang="en-US" sz="1600" dirty="0"/>
              <a:t>에 </a:t>
            </a:r>
            <a:r>
              <a:rPr lang="ko-KR" altLang="en-US" sz="1600" dirty="0" err="1"/>
              <a:t>로고파일과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심볼파일을</a:t>
            </a:r>
            <a:r>
              <a:rPr lang="ko-KR" altLang="en-US" sz="1600" dirty="0"/>
              <a:t> 위치시켜주고</a:t>
            </a:r>
            <a:r>
              <a:rPr lang="en-US" altLang="ko-KR" sz="1600" dirty="0"/>
              <a:t>, ezSimsaG_HWP.js </a:t>
            </a:r>
            <a:r>
              <a:rPr lang="ko-KR" altLang="en-US" sz="1600" dirty="0"/>
              <a:t>에서 </a:t>
            </a:r>
            <a:r>
              <a:rPr lang="en-US" altLang="ko-KR" sz="1600" dirty="0" err="1"/>
              <a:t>makeXML</a:t>
            </a:r>
            <a:r>
              <a:rPr lang="en-US" altLang="ko-KR" sz="1600" dirty="0"/>
              <a:t> </a:t>
            </a:r>
            <a:r>
              <a:rPr lang="ko-KR" altLang="en-US" sz="1600" dirty="0" err="1"/>
              <a:t>함수내용</a:t>
            </a:r>
            <a:r>
              <a:rPr lang="ko-KR" altLang="en-US" sz="1600" dirty="0"/>
              <a:t> 중 </a:t>
            </a:r>
            <a:r>
              <a:rPr lang="en-US" altLang="ko-KR" sz="1600" dirty="0"/>
              <a:t>logo, </a:t>
            </a:r>
            <a:r>
              <a:rPr lang="en-US" altLang="ko-KR" sz="1600" dirty="0" err="1"/>
              <a:t>simbol</a:t>
            </a:r>
            <a:r>
              <a:rPr lang="ko-KR" altLang="en-US" sz="1600" dirty="0"/>
              <a:t> 처리 부분에서 </a:t>
            </a:r>
            <a:r>
              <a:rPr lang="en-US" altLang="ko-KR" sz="1600" dirty="0" err="1"/>
              <a:t>setDocumentElement</a:t>
            </a:r>
            <a:r>
              <a:rPr lang="ko-KR" altLang="en-US" sz="1600" dirty="0"/>
              <a:t>의 파일명을 실제 로고</a:t>
            </a:r>
            <a:r>
              <a:rPr lang="en-US" altLang="ko-KR" sz="1600" dirty="0"/>
              <a:t>, </a:t>
            </a:r>
            <a:r>
              <a:rPr lang="ko-KR" altLang="en-US" sz="1600" dirty="0"/>
              <a:t>심볼 파일과 맞춰준다</a:t>
            </a:r>
            <a:r>
              <a:rPr lang="en-US" altLang="ko-KR" sz="1600" dirty="0"/>
              <a:t>.</a:t>
            </a:r>
          </a:p>
          <a:p>
            <a:pPr marL="800100" lvl="1" indent="-342900">
              <a:buAutoNum type="arabicPeriod"/>
            </a:pPr>
            <a:r>
              <a:rPr lang="ko-KR" altLang="en-US" sz="1600" dirty="0"/>
              <a:t>한글기안기의 경우 </a:t>
            </a:r>
            <a:r>
              <a:rPr lang="en-US" altLang="ko-KR" sz="1600" dirty="0"/>
              <a:t>logo,</a:t>
            </a:r>
            <a:r>
              <a:rPr lang="ko-KR" altLang="en-US" sz="1600" dirty="0"/>
              <a:t> </a:t>
            </a:r>
            <a:r>
              <a:rPr lang="en-US" altLang="ko-KR" sz="1600" dirty="0"/>
              <a:t>symbol</a:t>
            </a:r>
            <a:r>
              <a:rPr lang="ko-KR" altLang="en-US" sz="1600" dirty="0"/>
              <a:t>이 없더라도 파일은 생성해주어야 함</a:t>
            </a:r>
            <a:r>
              <a:rPr lang="en-US" altLang="ko-KR" sz="1600" dirty="0"/>
              <a:t>. </a:t>
            </a:r>
            <a:r>
              <a:rPr lang="ko-KR" altLang="en-US" sz="1600" dirty="0"/>
              <a:t>해당 경로의 파일을 가져오는 로직이 있어 파일이 없는 경우 오류가 발생</a:t>
            </a: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r>
              <a:rPr lang="en-US" altLang="ko-KR" sz="1600" dirty="0"/>
              <a:t>4. relay/</a:t>
            </a:r>
            <a:r>
              <a:rPr lang="en-US" altLang="ko-KR" sz="1600" dirty="0" err="1"/>
              <a:t>dtd</a:t>
            </a:r>
            <a:r>
              <a:rPr lang="en-US" altLang="ko-KR" sz="1600" dirty="0"/>
              <a:t>/</a:t>
            </a:r>
            <a:r>
              <a:rPr lang="ko-KR" altLang="en-US" sz="1600" dirty="0"/>
              <a:t>에 </a:t>
            </a:r>
            <a:r>
              <a:rPr lang="en-US" altLang="ko-KR" sz="1600" dirty="0"/>
              <a:t>sample.xml</a:t>
            </a:r>
            <a:r>
              <a:rPr lang="ko-KR" altLang="en-US" sz="1600" dirty="0"/>
              <a:t>을 백업하고 빈 껍데기 </a:t>
            </a:r>
            <a:r>
              <a:rPr lang="en-US" altLang="ko-KR" sz="1600" dirty="0"/>
              <a:t>sample.xml</a:t>
            </a:r>
            <a:r>
              <a:rPr lang="ko-KR" altLang="en-US" sz="1600" dirty="0"/>
              <a:t>로 교체</a:t>
            </a:r>
            <a:r>
              <a:rPr lang="en-US" altLang="ko-KR" sz="1600" dirty="0"/>
              <a:t>(</a:t>
            </a:r>
            <a:r>
              <a:rPr lang="ko-KR" altLang="en-US" sz="1600" dirty="0"/>
              <a:t>빈 파일 생성하는 것이 아님</a:t>
            </a:r>
            <a:r>
              <a:rPr lang="en-US" altLang="ko-KR" sz="1600" dirty="0"/>
              <a:t>!) send-</a:t>
            </a:r>
            <a:r>
              <a:rPr lang="en-US" altLang="ko-KR" sz="1600" dirty="0" err="1"/>
              <a:t>orgcode</a:t>
            </a:r>
            <a:r>
              <a:rPr lang="ko-KR" altLang="en-US" sz="1600" dirty="0"/>
              <a:t>가 없으면 </a:t>
            </a:r>
            <a:r>
              <a:rPr lang="ko-KR" altLang="en-US" sz="1600" dirty="0" err="1"/>
              <a:t>에러남</a:t>
            </a:r>
            <a:r>
              <a:rPr lang="en-US" altLang="ko-KR" sz="1600" dirty="0"/>
              <a:t>.</a:t>
            </a:r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776" y="1734155"/>
            <a:ext cx="3999635" cy="2388887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66C8D32A-9058-46B2-A624-BCF8C6DFB727}"/>
              </a:ext>
            </a:extLst>
          </p:cNvPr>
          <p:cNvSpPr/>
          <p:nvPr/>
        </p:nvSpPr>
        <p:spPr>
          <a:xfrm>
            <a:off x="4429125" y="3352800"/>
            <a:ext cx="1114425" cy="171450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3683F88-A160-45D3-87FC-4A96F4BAE305}"/>
              </a:ext>
            </a:extLst>
          </p:cNvPr>
          <p:cNvSpPr/>
          <p:nvPr/>
        </p:nvSpPr>
        <p:spPr>
          <a:xfrm>
            <a:off x="4429125" y="2309812"/>
            <a:ext cx="1114425" cy="957263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8521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80110" y="640080"/>
            <a:ext cx="104698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err="1"/>
              <a:t>tenant_config</a:t>
            </a:r>
            <a:r>
              <a:rPr lang="en-US" altLang="ko-KR" sz="2800" dirty="0"/>
              <a:t> </a:t>
            </a:r>
            <a:r>
              <a:rPr lang="ko-KR" altLang="en-US" sz="2800" dirty="0"/>
              <a:t>설정</a:t>
            </a:r>
            <a:r>
              <a:rPr lang="en-US" altLang="ko-KR" sz="2800" dirty="0"/>
              <a:t>.</a:t>
            </a:r>
          </a:p>
          <a:p>
            <a:pPr marL="800100" lvl="1" indent="-342900">
              <a:buAutoNum type="arabicPeriod"/>
            </a:pPr>
            <a:r>
              <a:rPr lang="en-US" altLang="ko-KR" sz="1600" dirty="0" err="1">
                <a:solidFill>
                  <a:schemeClr val="accent1">
                    <a:lumMod val="75000"/>
                  </a:schemeClr>
                </a:solidFill>
              </a:rPr>
              <a:t>tbl_codelist</a:t>
            </a:r>
            <a:r>
              <a:rPr lang="ko-KR" altLang="en-US" sz="1600" dirty="0"/>
              <a:t>에서 </a:t>
            </a:r>
            <a:r>
              <a:rPr lang="ko-KR" altLang="en-US" sz="1600" dirty="0" err="1"/>
              <a:t>유통양식</a:t>
            </a:r>
            <a:r>
              <a:rPr lang="ko-KR" altLang="en-US" sz="1600" dirty="0"/>
              <a:t> 경로</a:t>
            </a:r>
            <a:r>
              <a:rPr lang="en-US" altLang="ko-KR" sz="1600" dirty="0"/>
              <a:t>(</a:t>
            </a:r>
            <a:r>
              <a:rPr lang="en-US" altLang="ko-KR" sz="1600" dirty="0">
                <a:solidFill>
                  <a:schemeClr val="accent1">
                    <a:lumMod val="75000"/>
                  </a:schemeClr>
                </a:solidFill>
              </a:rPr>
              <a:t>A36, 003</a:t>
            </a:r>
            <a:r>
              <a:rPr lang="en-US" altLang="ko-KR" sz="1600" dirty="0"/>
              <a:t>)</a:t>
            </a:r>
            <a:r>
              <a:rPr lang="ko-KR" altLang="en-US" sz="1600" dirty="0"/>
              <a:t>를 </a:t>
            </a:r>
            <a:r>
              <a:rPr lang="ko-KR" altLang="en-US" sz="1600" dirty="0" err="1"/>
              <a:t>웹기안기</a:t>
            </a:r>
            <a:r>
              <a:rPr lang="en-US" altLang="ko-KR" sz="1600" dirty="0"/>
              <a:t>/</a:t>
            </a:r>
            <a:r>
              <a:rPr lang="ko-KR" altLang="en-US" sz="1600" dirty="0"/>
              <a:t>한글기안기에 맞게 양식 경로 설정</a:t>
            </a:r>
            <a:r>
              <a:rPr lang="en-US" altLang="ko-KR" sz="1600" dirty="0"/>
              <a:t>.</a:t>
            </a:r>
          </a:p>
          <a:p>
            <a:pPr lvl="1"/>
            <a:r>
              <a:rPr lang="en-US" altLang="ko-KR" sz="1600" dirty="0"/>
              <a:t>ex) </a:t>
            </a:r>
            <a:r>
              <a:rPr lang="en-US" altLang="ko-KR" sz="1600" dirty="0" err="1"/>
              <a:t>hwp</a:t>
            </a:r>
            <a:r>
              <a:rPr lang="en-US" altLang="ko-KR" sz="1600" dirty="0"/>
              <a:t> = /files/</a:t>
            </a:r>
            <a:r>
              <a:rPr lang="en-US" altLang="ko-KR" sz="1600" dirty="0" err="1"/>
              <a:t>upload_approvalG</a:t>
            </a:r>
            <a:r>
              <a:rPr lang="en-US" altLang="ko-KR" sz="1600" dirty="0"/>
              <a:t>/form/relay001.hwp</a:t>
            </a:r>
          </a:p>
          <a:p>
            <a:pPr lvl="1"/>
            <a:r>
              <a:rPr lang="en-US" altLang="ko-KR" sz="1600" dirty="0"/>
              <a:t>     </a:t>
            </a:r>
            <a:r>
              <a:rPr lang="en-US" altLang="ko-KR" sz="1600" dirty="0" err="1"/>
              <a:t>mht</a:t>
            </a:r>
            <a:r>
              <a:rPr lang="en-US" altLang="ko-KR" sz="1600" dirty="0"/>
              <a:t> = /files/</a:t>
            </a:r>
            <a:r>
              <a:rPr lang="en-US" altLang="ko-KR" sz="1600" dirty="0" err="1"/>
              <a:t>upload_approvalG</a:t>
            </a:r>
            <a:r>
              <a:rPr lang="en-US" altLang="ko-KR" sz="1600" dirty="0"/>
              <a:t>/form/2016000001.mht</a:t>
            </a:r>
          </a:p>
          <a:p>
            <a:pPr lvl="1"/>
            <a:endParaRPr lang="en-US" altLang="ko-KR" sz="1600" dirty="0"/>
          </a:p>
          <a:p>
            <a:pPr marL="800100" lvl="1" indent="-342900">
              <a:buAutoNum type="arabicPeriod" startAt="2"/>
            </a:pPr>
            <a:r>
              <a:rPr lang="en-US" altLang="ko-KR" sz="1600" dirty="0" err="1">
                <a:solidFill>
                  <a:schemeClr val="accent1">
                    <a:lumMod val="75000"/>
                  </a:schemeClr>
                </a:solidFill>
              </a:rPr>
              <a:t>tbl_tenant_config</a:t>
            </a:r>
            <a:r>
              <a:rPr lang="en-US" altLang="ko-KR" sz="1600" dirty="0"/>
              <a:t> </a:t>
            </a:r>
            <a:r>
              <a:rPr lang="ko-KR" altLang="en-US" sz="1600" dirty="0"/>
              <a:t>에서 </a:t>
            </a:r>
            <a:r>
              <a:rPr lang="en-US" altLang="ko-KR" sz="1600" dirty="0" err="1">
                <a:solidFill>
                  <a:schemeClr val="accent1">
                    <a:lumMod val="75000"/>
                  </a:schemeClr>
                </a:solidFill>
              </a:rPr>
              <a:t>UserInfo_RelayG_Type</a:t>
            </a:r>
            <a:r>
              <a:rPr lang="en-US" altLang="ko-KR" sz="1600" dirty="0"/>
              <a:t> = </a:t>
            </a:r>
            <a:r>
              <a:rPr lang="en-US" altLang="ko-KR" sz="1600" dirty="0">
                <a:solidFill>
                  <a:schemeClr val="accent1">
                    <a:lumMod val="75000"/>
                  </a:schemeClr>
                </a:solidFill>
              </a:rPr>
              <a:t>HWP</a:t>
            </a:r>
            <a:r>
              <a:rPr lang="en-US" altLang="ko-KR" sz="1600" dirty="0"/>
              <a:t> </a:t>
            </a:r>
            <a:r>
              <a:rPr lang="ko-KR" altLang="en-US" sz="1600" dirty="0"/>
              <a:t>또는 </a:t>
            </a:r>
            <a:r>
              <a:rPr lang="en-US" altLang="ko-KR" sz="1600" dirty="0">
                <a:solidFill>
                  <a:schemeClr val="accent1">
                    <a:lumMod val="75000"/>
                  </a:schemeClr>
                </a:solidFill>
              </a:rPr>
              <a:t>MHT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597" y="2722162"/>
            <a:ext cx="1046988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그룹웨어</a:t>
            </a:r>
            <a:r>
              <a:rPr lang="en-US" altLang="ko-KR" sz="2800" dirty="0"/>
              <a:t> </a:t>
            </a:r>
            <a:r>
              <a:rPr lang="ko-KR" altLang="en-US" sz="2800" dirty="0"/>
              <a:t>설정</a:t>
            </a:r>
            <a:r>
              <a:rPr lang="en-US" altLang="ko-KR" sz="2800" dirty="0"/>
              <a:t>.</a:t>
            </a:r>
          </a:p>
          <a:p>
            <a:pPr marL="800100" lvl="1" indent="-342900">
              <a:buAutoNum type="arabicPeriod"/>
            </a:pPr>
            <a:r>
              <a:rPr lang="ko-KR" altLang="en-US" sz="1600" dirty="0"/>
              <a:t>관리자 </a:t>
            </a:r>
            <a:r>
              <a:rPr lang="en-US" altLang="ko-KR" sz="1600" dirty="0"/>
              <a:t>- </a:t>
            </a:r>
            <a:r>
              <a:rPr lang="ko-KR" altLang="en-US" sz="1600" dirty="0"/>
              <a:t>조직도 </a:t>
            </a:r>
            <a:r>
              <a:rPr lang="en-US" altLang="ko-KR" sz="1600" dirty="0"/>
              <a:t>- </a:t>
            </a:r>
            <a:r>
              <a:rPr lang="ko-KR" altLang="en-US" sz="1600" dirty="0" err="1"/>
              <a:t>외부문서를</a:t>
            </a:r>
            <a:r>
              <a:rPr lang="ko-KR" altLang="en-US" sz="1600" dirty="0"/>
              <a:t> 수신할 부서에 </a:t>
            </a:r>
            <a:r>
              <a:rPr lang="ko-KR" altLang="en-US" sz="1600" dirty="0" err="1"/>
              <a:t>기관코드를</a:t>
            </a:r>
            <a:r>
              <a:rPr lang="ko-KR" altLang="en-US" sz="1600" dirty="0"/>
              <a:t> 입력</a:t>
            </a:r>
            <a:r>
              <a:rPr lang="en-US" altLang="ko-KR" sz="1600" dirty="0"/>
              <a:t>.</a:t>
            </a:r>
          </a:p>
          <a:p>
            <a:pPr marL="800100" lvl="1" indent="-342900">
              <a:buAutoNum type="arabicPeriod"/>
            </a:pPr>
            <a:r>
              <a:rPr lang="en-US" altLang="ko-KR" sz="1600" dirty="0" err="1"/>
              <a:t>tbl_codelist</a:t>
            </a:r>
            <a:r>
              <a:rPr lang="ko-KR" altLang="en-US" sz="1600" dirty="0"/>
              <a:t>에서 설정한 양식 경로에 양식을 </a:t>
            </a:r>
            <a:r>
              <a:rPr lang="ko-KR" altLang="en-US" sz="1600" dirty="0" err="1"/>
              <a:t>추가해야하는데</a:t>
            </a:r>
            <a:r>
              <a:rPr lang="en-US" altLang="ko-KR" sz="1600" dirty="0"/>
              <a:t>, </a:t>
            </a:r>
            <a:r>
              <a:rPr lang="ko-KR" altLang="en-US" sz="1600" dirty="0"/>
              <a:t>각 사이트에서 사용하고 있는 </a:t>
            </a:r>
            <a:r>
              <a:rPr lang="ko-KR" altLang="en-US" sz="1600" dirty="0" err="1"/>
              <a:t>대외발송</a:t>
            </a:r>
            <a:r>
              <a:rPr lang="ko-KR" altLang="en-US" sz="1600" dirty="0"/>
              <a:t> 양식을 수정해서 대외발송접수 양식</a:t>
            </a:r>
            <a:r>
              <a:rPr lang="en-US" altLang="ko-KR" sz="1600" dirty="0"/>
              <a:t>(</a:t>
            </a:r>
            <a:r>
              <a:rPr lang="ko-KR" altLang="en-US" sz="1600" dirty="0" err="1"/>
              <a:t>껍데기양식</a:t>
            </a:r>
            <a:r>
              <a:rPr lang="en-US" altLang="ko-KR" sz="1600" dirty="0"/>
              <a:t>)</a:t>
            </a:r>
            <a:r>
              <a:rPr lang="ko-KR" altLang="en-US" sz="1600" dirty="0"/>
              <a:t>으로 사용한다</a:t>
            </a:r>
            <a:r>
              <a:rPr lang="en-US" altLang="ko-KR" sz="1600" dirty="0"/>
              <a:t>.</a:t>
            </a:r>
            <a:r>
              <a:rPr lang="ko-KR" altLang="en-US" sz="1600" dirty="0"/>
              <a:t> </a:t>
            </a:r>
            <a:endParaRPr lang="en-US" altLang="ko-KR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A716DC-EE7F-4F79-9C35-022294471D8D}"/>
              </a:ext>
            </a:extLst>
          </p:cNvPr>
          <p:cNvSpPr txBox="1"/>
          <p:nvPr/>
        </p:nvSpPr>
        <p:spPr>
          <a:xfrm>
            <a:off x="920364" y="4432816"/>
            <a:ext cx="1046988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err="1"/>
              <a:t>config.properties</a:t>
            </a:r>
            <a:r>
              <a:rPr lang="en-US" altLang="ko-KR" sz="2800" dirty="0"/>
              <a:t> </a:t>
            </a:r>
            <a:r>
              <a:rPr lang="ko-KR" altLang="en-US" sz="2800" dirty="0"/>
              <a:t>설정</a:t>
            </a:r>
            <a:r>
              <a:rPr lang="en-US" altLang="ko-KR" sz="2800" dirty="0"/>
              <a:t>.</a:t>
            </a:r>
          </a:p>
          <a:p>
            <a:pPr marL="800100" lvl="1" indent="-342900">
              <a:buAutoNum type="arabicPeriod"/>
            </a:pPr>
            <a:r>
              <a:rPr lang="en-US" altLang="ko-KR" sz="1600" dirty="0" err="1"/>
              <a:t>config.companyNum</a:t>
            </a:r>
            <a:r>
              <a:rPr lang="en-US" altLang="ko-KR" sz="1600" dirty="0"/>
              <a:t> </a:t>
            </a:r>
            <a:r>
              <a:rPr lang="ko-KR" altLang="en-US" sz="1600" dirty="0"/>
              <a:t>에 </a:t>
            </a:r>
            <a:r>
              <a:rPr lang="ko-KR" altLang="en-US" sz="1600" dirty="0" err="1"/>
              <a:t>기관코드</a:t>
            </a:r>
            <a:r>
              <a:rPr lang="ko-KR" altLang="en-US" sz="1600" dirty="0"/>
              <a:t> 입력</a:t>
            </a:r>
            <a:r>
              <a:rPr lang="en-US" altLang="ko-KR" sz="1600" dirty="0"/>
              <a:t>.</a:t>
            </a:r>
          </a:p>
          <a:p>
            <a:pPr marL="800100" lvl="1" indent="-342900">
              <a:buAutoNum type="arabicPeriod"/>
            </a:pPr>
            <a:r>
              <a:rPr lang="en-US" altLang="ko-KR" sz="1600" dirty="0" err="1"/>
              <a:t>relay_root</a:t>
            </a:r>
            <a:r>
              <a:rPr lang="ko-KR" altLang="en-US" sz="1600" dirty="0"/>
              <a:t>만 </a:t>
            </a:r>
            <a:r>
              <a:rPr lang="en-US" altLang="ko-KR" sz="1600" dirty="0"/>
              <a:t>/home/</a:t>
            </a:r>
            <a:r>
              <a:rPr lang="en-US" altLang="ko-KR" sz="1600" dirty="0" err="1"/>
              <a:t>jmocha</a:t>
            </a:r>
            <a:r>
              <a:rPr lang="en-US" altLang="ko-KR" sz="1600" dirty="0"/>
              <a:t>/</a:t>
            </a:r>
            <a:r>
              <a:rPr lang="en-US" altLang="ko-KR" sz="1600" dirty="0" err="1"/>
              <a:t>ezEKP</a:t>
            </a:r>
            <a:r>
              <a:rPr lang="en-US" altLang="ko-KR" sz="1600" dirty="0"/>
              <a:t>/</a:t>
            </a:r>
            <a:r>
              <a:rPr lang="en-US" altLang="ko-KR" sz="1600" dirty="0" err="1"/>
              <a:t>ezFlow</a:t>
            </a:r>
            <a:r>
              <a:rPr lang="en-US" altLang="ko-KR" sz="1600" dirty="0"/>
              <a:t>/</a:t>
            </a:r>
            <a:r>
              <a:rPr lang="en-US" altLang="ko-KR" sz="1600" dirty="0" err="1"/>
              <a:t>webapps</a:t>
            </a:r>
            <a:r>
              <a:rPr lang="en-US" altLang="ko-KR" sz="1600" dirty="0"/>
              <a:t>/ROOT</a:t>
            </a:r>
            <a:br>
              <a:rPr lang="en-US" altLang="ko-KR" sz="1600" dirty="0"/>
            </a:br>
            <a:r>
              <a:rPr lang="ko-KR" altLang="en-US" sz="1600" dirty="0"/>
              <a:t>로 수정</a:t>
            </a:r>
            <a:r>
              <a:rPr lang="en-US" altLang="ko-KR" sz="1600" dirty="0"/>
              <a:t>.</a:t>
            </a:r>
          </a:p>
          <a:p>
            <a:pPr marL="800100" lvl="1" indent="-342900">
              <a:buFontTx/>
              <a:buAutoNum type="arabicPeriod"/>
            </a:pPr>
            <a:r>
              <a:rPr lang="en-US" altLang="ko-KR" sz="1600" dirty="0" err="1"/>
              <a:t>config.Run_RelayScheduler</a:t>
            </a:r>
            <a:r>
              <a:rPr lang="en-US" altLang="ko-KR" sz="1600" dirty="0"/>
              <a:t> = YES</a:t>
            </a:r>
          </a:p>
          <a:p>
            <a:pPr marL="800100" lvl="1" indent="-342900">
              <a:buAutoNum type="arabicPeriod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41571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48690" y="651510"/>
            <a:ext cx="10469880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NFS </a:t>
            </a:r>
            <a:r>
              <a:rPr lang="ko-KR" altLang="en-US" dirty="0"/>
              <a:t>설정방법</a:t>
            </a:r>
            <a:endParaRPr lang="en-US" altLang="ko-KR" dirty="0"/>
          </a:p>
          <a:p>
            <a:r>
              <a:rPr lang="en-US" altLang="ko-KR" sz="1200" dirty="0"/>
              <a:t>NFS </a:t>
            </a:r>
            <a:r>
              <a:rPr lang="ko-KR" altLang="en-US" sz="1200" dirty="0" err="1"/>
              <a:t>마운트하기</a:t>
            </a:r>
            <a:r>
              <a:rPr lang="ko-KR" altLang="en-US" sz="1200" dirty="0"/>
              <a:t> 위한 방화벽</a:t>
            </a:r>
            <a:r>
              <a:rPr lang="en-US" altLang="ko-KR" sz="1200" dirty="0"/>
              <a:t>, </a:t>
            </a:r>
            <a:r>
              <a:rPr lang="ko-KR" altLang="en-US" sz="1200" dirty="0"/>
              <a:t>경로 확인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그룹웨어에서 </a:t>
            </a:r>
            <a:r>
              <a:rPr lang="en-US" altLang="ko-KR" sz="1200" dirty="0"/>
              <a:t>telnet</a:t>
            </a:r>
            <a:r>
              <a:rPr lang="ko-KR" altLang="en-US" sz="1200" dirty="0"/>
              <a:t>으로 </a:t>
            </a:r>
            <a:r>
              <a:rPr lang="en-US" altLang="ko-KR" sz="1200" dirty="0"/>
              <a:t>111, 2049, 20048 </a:t>
            </a:r>
            <a:r>
              <a:rPr lang="ko-KR" altLang="en-US" sz="1200" dirty="0"/>
              <a:t>포트 개방 확인</a:t>
            </a:r>
          </a:p>
          <a:p>
            <a:r>
              <a:rPr lang="ko-KR" altLang="en-US" sz="1200" dirty="0" err="1"/>
              <a:t>닫혀있으면</a:t>
            </a:r>
            <a:r>
              <a:rPr lang="en-US" altLang="ko-KR" sz="1200" dirty="0"/>
              <a:t>, source </a:t>
            </a:r>
            <a:r>
              <a:rPr lang="ko-KR" altLang="en-US" sz="1200" dirty="0"/>
              <a:t>그룹웨어 </a:t>
            </a:r>
            <a:r>
              <a:rPr lang="en-US" altLang="ko-KR" sz="1200" dirty="0"/>
              <a:t>destination </a:t>
            </a:r>
            <a:r>
              <a:rPr lang="ko-KR" altLang="en-US" sz="1200" dirty="0"/>
              <a:t>문서유통으로 </a:t>
            </a:r>
            <a:r>
              <a:rPr lang="ko-KR" altLang="en-US" sz="1200" dirty="0" err="1"/>
              <a:t>해당포트</a:t>
            </a:r>
            <a:r>
              <a:rPr lang="ko-KR" altLang="en-US" sz="1200" dirty="0"/>
              <a:t> 개방 요청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ko-KR" altLang="en-US" sz="1200" dirty="0"/>
              <a:t>문서유통서버에서</a:t>
            </a:r>
            <a:endParaRPr lang="en-US" altLang="ko-KR" sz="1200" dirty="0"/>
          </a:p>
          <a:p>
            <a:r>
              <a:rPr lang="en-US" altLang="ko-KR" sz="1200" dirty="0"/>
              <a:t>rpm -</a:t>
            </a:r>
            <a:r>
              <a:rPr lang="en-US" altLang="ko-KR" sz="1200" dirty="0" err="1"/>
              <a:t>qa</a:t>
            </a:r>
            <a:r>
              <a:rPr lang="en-US" altLang="ko-KR" sz="1200" dirty="0"/>
              <a:t> </a:t>
            </a:r>
            <a:r>
              <a:rPr lang="en-US" altLang="ko-KR" sz="1200" dirty="0" err="1"/>
              <a:t>nfs-utils</a:t>
            </a:r>
            <a:r>
              <a:rPr lang="en-US" altLang="ko-KR" sz="1200" dirty="0"/>
              <a:t> </a:t>
            </a:r>
            <a:r>
              <a:rPr lang="ko-KR" altLang="en-US" sz="1200" dirty="0"/>
              <a:t>로 </a:t>
            </a:r>
            <a:r>
              <a:rPr lang="ko-KR" altLang="en-US" sz="1200" dirty="0" err="1"/>
              <a:t>설치유무</a:t>
            </a:r>
            <a:r>
              <a:rPr lang="ko-KR" altLang="en-US" sz="1200" dirty="0"/>
              <a:t> 검색</a:t>
            </a:r>
          </a:p>
          <a:p>
            <a:r>
              <a:rPr lang="ko-KR" altLang="en-US" sz="1200" dirty="0"/>
              <a:t>설치가 안되어 있으면</a:t>
            </a:r>
            <a:r>
              <a:rPr lang="en-US" altLang="ko-KR" sz="1200" dirty="0"/>
              <a:t>,</a:t>
            </a:r>
          </a:p>
          <a:p>
            <a:r>
              <a:rPr lang="en-US" altLang="ko-KR" sz="1200" dirty="0"/>
              <a:t>yum install -y </a:t>
            </a:r>
            <a:r>
              <a:rPr lang="en-US" altLang="ko-KR" sz="1200" dirty="0" err="1"/>
              <a:t>nfs-utils</a:t>
            </a:r>
            <a:r>
              <a:rPr lang="en-US" altLang="ko-KR" sz="1200" dirty="0"/>
              <a:t> </a:t>
            </a:r>
            <a:r>
              <a:rPr lang="ko-KR" altLang="en-US" sz="1200" dirty="0"/>
              <a:t>로 설치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/</a:t>
            </a:r>
            <a:r>
              <a:rPr lang="en-US" altLang="ko-KR" sz="1200" dirty="0" err="1"/>
              <a:t>etc</a:t>
            </a:r>
            <a:r>
              <a:rPr lang="en-US" altLang="ko-KR" sz="1200" dirty="0"/>
              <a:t>/exports </a:t>
            </a:r>
            <a:r>
              <a:rPr lang="ko-KR" altLang="en-US" sz="1200" dirty="0"/>
              <a:t>를 편집하여 </a:t>
            </a:r>
            <a:r>
              <a:rPr lang="ko-KR" altLang="en-US" sz="1200" dirty="0" err="1"/>
              <a:t>옵션설정</a:t>
            </a:r>
            <a:endParaRPr lang="ko-KR" altLang="en-US" sz="1200" dirty="0"/>
          </a:p>
          <a:p>
            <a:r>
              <a:rPr lang="en-US" altLang="ko-KR" sz="1200" dirty="0"/>
              <a:t>ex) /home/</a:t>
            </a:r>
            <a:r>
              <a:rPr lang="en-US" altLang="ko-KR" sz="1200" dirty="0" err="1"/>
              <a:t>jmocha</a:t>
            </a:r>
            <a:r>
              <a:rPr lang="en-US" altLang="ko-KR" sz="1200" dirty="0"/>
              <a:t>/relay 10.4.204.*(</a:t>
            </a:r>
            <a:r>
              <a:rPr lang="en-US" altLang="ko-KR" sz="1200" dirty="0" err="1"/>
              <a:t>rw,sync,fsid</a:t>
            </a:r>
            <a:r>
              <a:rPr lang="en-US" altLang="ko-KR" sz="1200" dirty="0"/>
              <a:t>=0)</a:t>
            </a:r>
          </a:p>
          <a:p>
            <a:r>
              <a:rPr lang="en-US" altLang="ko-KR" sz="1200" dirty="0" err="1"/>
              <a:t>exportfs</a:t>
            </a:r>
            <a:r>
              <a:rPr lang="en-US" altLang="ko-KR" sz="1200" dirty="0"/>
              <a:t> -v </a:t>
            </a:r>
            <a:r>
              <a:rPr lang="ko-KR" altLang="en-US" sz="1200" dirty="0"/>
              <a:t>로 </a:t>
            </a:r>
            <a:endParaRPr lang="en-US" altLang="ko-KR" sz="1200" dirty="0"/>
          </a:p>
          <a:p>
            <a:r>
              <a:rPr lang="en-US" altLang="ko-KR" sz="1200" dirty="0" err="1"/>
              <a:t>exportfs</a:t>
            </a:r>
            <a:r>
              <a:rPr lang="en-US" altLang="ko-KR" sz="1200" dirty="0"/>
              <a:t> -r </a:t>
            </a:r>
            <a:r>
              <a:rPr lang="ko-KR" altLang="en-US" sz="1200" dirty="0"/>
              <a:t>로 갱신해야 </a:t>
            </a:r>
            <a:r>
              <a:rPr lang="en-US" altLang="ko-KR" sz="1200" dirty="0"/>
              <a:t>exports </a:t>
            </a:r>
            <a:r>
              <a:rPr lang="ko-KR" altLang="en-US" sz="1200" dirty="0"/>
              <a:t>파일 수정 내용이 반영됨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ko-KR" altLang="en-US" sz="1200" dirty="0"/>
              <a:t>그룹웨어 서버에서</a:t>
            </a:r>
          </a:p>
          <a:p>
            <a:r>
              <a:rPr lang="en-US" altLang="ko-KR" sz="1200" dirty="0"/>
              <a:t>/</a:t>
            </a:r>
            <a:r>
              <a:rPr lang="en-US" altLang="ko-KR" sz="1200" dirty="0" err="1"/>
              <a:t>etc</a:t>
            </a:r>
            <a:r>
              <a:rPr lang="en-US" altLang="ko-KR" sz="1200" dirty="0"/>
              <a:t>/</a:t>
            </a:r>
            <a:r>
              <a:rPr lang="en-US" altLang="ko-KR" sz="1200" dirty="0" err="1"/>
              <a:t>fstab</a:t>
            </a:r>
            <a:r>
              <a:rPr lang="ko-KR" altLang="en-US" sz="1200" dirty="0"/>
              <a:t>에 마운트 위치 작성</a:t>
            </a:r>
          </a:p>
          <a:p>
            <a:r>
              <a:rPr lang="en-US" altLang="ko-KR" sz="1200" dirty="0"/>
              <a:t>ex) 172.16.1.5:/home/</a:t>
            </a:r>
            <a:r>
              <a:rPr lang="en-US" altLang="ko-KR" sz="1200" dirty="0" err="1"/>
              <a:t>jmocha</a:t>
            </a:r>
            <a:r>
              <a:rPr lang="en-US" altLang="ko-KR" sz="1200" dirty="0"/>
              <a:t>/relay	/home/</a:t>
            </a:r>
            <a:r>
              <a:rPr lang="en-US" altLang="ko-KR" sz="1200" dirty="0" err="1"/>
              <a:t>jmocha</a:t>
            </a:r>
            <a:r>
              <a:rPr lang="en-US" altLang="ko-KR" sz="1200" dirty="0"/>
              <a:t>/relay	</a:t>
            </a:r>
            <a:r>
              <a:rPr lang="en-US" altLang="ko-KR" sz="1200" dirty="0" err="1"/>
              <a:t>nfs</a:t>
            </a:r>
            <a:r>
              <a:rPr lang="en-US" altLang="ko-KR" sz="1200" dirty="0"/>
              <a:t>	defaults	0 0</a:t>
            </a:r>
          </a:p>
          <a:p>
            <a:r>
              <a:rPr lang="en-US" altLang="ko-KR" sz="1200" dirty="0" err="1"/>
              <a:t>fstab</a:t>
            </a:r>
            <a:r>
              <a:rPr lang="en-US" altLang="ko-KR" sz="1200" dirty="0"/>
              <a:t> </a:t>
            </a:r>
            <a:r>
              <a:rPr lang="ko-KR" altLang="en-US" sz="1200" dirty="0"/>
              <a:t>작성 후</a:t>
            </a:r>
            <a:r>
              <a:rPr lang="en-US" altLang="ko-KR" sz="1200" dirty="0"/>
              <a:t>,</a:t>
            </a:r>
          </a:p>
          <a:p>
            <a:r>
              <a:rPr lang="en-US" altLang="ko-KR" sz="1200" dirty="0"/>
              <a:t>mount -t 172.16.1.5:/home/</a:t>
            </a:r>
            <a:r>
              <a:rPr lang="en-US" altLang="ko-KR" sz="1200" dirty="0" err="1"/>
              <a:t>jmocha</a:t>
            </a:r>
            <a:r>
              <a:rPr lang="en-US" altLang="ko-KR" sz="1200" dirty="0"/>
              <a:t>/relay </a:t>
            </a:r>
            <a:r>
              <a:rPr lang="ko-KR" altLang="en-US" sz="1200" dirty="0"/>
              <a:t>를 하면 해당 경로를 찾아서 </a:t>
            </a:r>
            <a:r>
              <a:rPr lang="en-US" altLang="ko-KR" sz="1200" dirty="0"/>
              <a:t>/home/</a:t>
            </a:r>
            <a:r>
              <a:rPr lang="en-US" altLang="ko-KR" sz="1200" dirty="0" err="1"/>
              <a:t>jmocha</a:t>
            </a:r>
            <a:r>
              <a:rPr lang="en-US" altLang="ko-KR" sz="1200" dirty="0"/>
              <a:t>/relay</a:t>
            </a:r>
            <a:r>
              <a:rPr lang="ko-KR" altLang="en-US" sz="1200" dirty="0"/>
              <a:t>에 마운트 됨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 err="1"/>
              <a:t>showmount</a:t>
            </a:r>
            <a:r>
              <a:rPr lang="ko-KR" altLang="en-US" sz="1200" dirty="0"/>
              <a:t>가 없다면 </a:t>
            </a:r>
            <a:r>
              <a:rPr lang="en-US" altLang="ko-KR" sz="1200" dirty="0"/>
              <a:t> 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yum install </a:t>
            </a:r>
            <a:r>
              <a:rPr lang="en-US" altLang="ko-KR" sz="1200" b="0" i="0" dirty="0" err="1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showmount</a:t>
            </a:r>
            <a:r>
              <a:rPr lang="ko-KR" altLang="en-US" sz="120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설치</a:t>
            </a:r>
            <a:endParaRPr lang="en-US" altLang="ko-KR" sz="1200" dirty="0"/>
          </a:p>
          <a:p>
            <a:r>
              <a:rPr lang="en-US" altLang="ko-KR" sz="1200" dirty="0" err="1"/>
              <a:t>showmount</a:t>
            </a:r>
            <a:r>
              <a:rPr lang="en-US" altLang="ko-KR" sz="1200" dirty="0"/>
              <a:t> -e </a:t>
            </a:r>
            <a:r>
              <a:rPr lang="ko-KR" altLang="en-US" sz="1200" dirty="0"/>
              <a:t>로 마운트 유무를 확인할 수 있는데 </a:t>
            </a:r>
            <a:r>
              <a:rPr lang="en-US" altLang="ko-KR" sz="1200" dirty="0" err="1"/>
              <a:t>showmount</a:t>
            </a:r>
            <a:r>
              <a:rPr lang="ko-KR" altLang="en-US" sz="1200" dirty="0"/>
              <a:t>는 접근이 안돼도 마운트는 되기도 하므로 마운트 시도를 해봄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ko-KR" altLang="en-US" sz="1200" dirty="0"/>
              <a:t>마운트 후 위에 </a:t>
            </a:r>
            <a:r>
              <a:rPr lang="en-US" altLang="ko-KR" sz="1200" dirty="0" err="1"/>
              <a:t>no_root_squash</a:t>
            </a:r>
            <a:r>
              <a:rPr lang="en-US" altLang="ko-KR" sz="1200" dirty="0"/>
              <a:t> </a:t>
            </a:r>
            <a:r>
              <a:rPr lang="ko-KR" altLang="en-US" sz="1200" dirty="0"/>
              <a:t>옵션이 없다면 접근은 못하는데</a:t>
            </a:r>
            <a:r>
              <a:rPr lang="en-US" altLang="ko-KR" sz="1200" dirty="0"/>
              <a:t>,</a:t>
            </a:r>
          </a:p>
          <a:p>
            <a:r>
              <a:rPr lang="ko-KR" altLang="en-US" sz="1200" dirty="0"/>
              <a:t>이때</a:t>
            </a:r>
            <a:r>
              <a:rPr lang="en-US" altLang="ko-KR" sz="1200" dirty="0"/>
              <a:t>, /</a:t>
            </a:r>
            <a:r>
              <a:rPr lang="en-US" altLang="ko-KR" sz="1200" dirty="0" err="1"/>
              <a:t>etc</a:t>
            </a:r>
            <a:r>
              <a:rPr lang="en-US" altLang="ko-KR" sz="1200" dirty="0"/>
              <a:t>/</a:t>
            </a:r>
            <a:r>
              <a:rPr lang="en-US" altLang="ko-KR" sz="1200" dirty="0" err="1"/>
              <a:t>passwd</a:t>
            </a:r>
            <a:r>
              <a:rPr lang="en-US" altLang="ko-KR" sz="1200" dirty="0"/>
              <a:t> </a:t>
            </a:r>
            <a:r>
              <a:rPr lang="ko-KR" altLang="en-US" sz="1200" dirty="0"/>
              <a:t>에서 </a:t>
            </a:r>
            <a:r>
              <a:rPr lang="ko-KR" altLang="en-US" sz="1200" dirty="0" err="1"/>
              <a:t>유통서버</a:t>
            </a:r>
            <a:r>
              <a:rPr lang="ko-KR" altLang="en-US" sz="1200" dirty="0"/>
              <a:t> </a:t>
            </a:r>
            <a:r>
              <a:rPr lang="en-US" altLang="ko-KR" sz="1200" dirty="0" err="1"/>
              <a:t>jmocha</a:t>
            </a:r>
            <a:r>
              <a:rPr lang="en-US" altLang="ko-KR" sz="1200" dirty="0"/>
              <a:t> </a:t>
            </a:r>
            <a:r>
              <a:rPr lang="ko-KR" altLang="en-US" sz="1200" dirty="0"/>
              <a:t>사용자와 그룹웨어 서버의 </a:t>
            </a:r>
            <a:r>
              <a:rPr lang="en-US" altLang="ko-KR" sz="1200" dirty="0" err="1"/>
              <a:t>jmocha</a:t>
            </a:r>
            <a:r>
              <a:rPr lang="en-US" altLang="ko-KR" sz="1200" dirty="0"/>
              <a:t> </a:t>
            </a:r>
            <a:r>
              <a:rPr lang="ko-KR" altLang="en-US" sz="1200" dirty="0"/>
              <a:t>사용자의 </a:t>
            </a:r>
            <a:r>
              <a:rPr lang="en-US" altLang="ko-KR" sz="1200" dirty="0" err="1"/>
              <a:t>uid</a:t>
            </a:r>
            <a:r>
              <a:rPr lang="ko-KR" altLang="en-US" sz="1200" dirty="0"/>
              <a:t>와 </a:t>
            </a:r>
            <a:r>
              <a:rPr lang="en-US" altLang="ko-KR" sz="1200" dirty="0" err="1"/>
              <a:t>gid</a:t>
            </a:r>
            <a:r>
              <a:rPr lang="ko-KR" altLang="en-US" sz="1200" dirty="0"/>
              <a:t>를 일치시켜주고</a:t>
            </a:r>
          </a:p>
          <a:p>
            <a:r>
              <a:rPr lang="ko-KR" altLang="en-US" sz="1200" dirty="0"/>
              <a:t>해당 사용자의 폴더 소유자를 바꿔주면 접근 할 수 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ko-KR" altLang="en-US" sz="1200" dirty="0"/>
              <a:t>위와 같이 했는데도 안되면</a:t>
            </a:r>
            <a:r>
              <a:rPr lang="en-US" altLang="ko-KR" sz="1200" dirty="0"/>
              <a:t>, </a:t>
            </a:r>
            <a:r>
              <a:rPr lang="ko-KR" altLang="en-US" sz="1200" dirty="0"/>
              <a:t>그룹웨어에서 </a:t>
            </a:r>
            <a:r>
              <a:rPr lang="en-US" altLang="ko-KR" sz="1200" dirty="0"/>
              <a:t>telnet</a:t>
            </a:r>
            <a:r>
              <a:rPr lang="ko-KR" altLang="en-US" sz="1200" dirty="0"/>
              <a:t>으로 붙고 유통서버에서 </a:t>
            </a:r>
            <a:r>
              <a:rPr lang="en-US" altLang="ko-KR" sz="1200" dirty="0" err="1"/>
              <a:t>netstat</a:t>
            </a:r>
            <a:r>
              <a:rPr lang="en-US" altLang="ko-KR" sz="1200" dirty="0"/>
              <a:t> -</a:t>
            </a:r>
            <a:r>
              <a:rPr lang="en-US" altLang="ko-KR" sz="1200" dirty="0" err="1"/>
              <a:t>antp</a:t>
            </a:r>
            <a:r>
              <a:rPr lang="en-US" altLang="ko-KR" sz="1200" dirty="0"/>
              <a:t> </a:t>
            </a:r>
            <a:r>
              <a:rPr lang="ko-KR" altLang="en-US" sz="1200" dirty="0"/>
              <a:t>로 </a:t>
            </a:r>
            <a:r>
              <a:rPr lang="en-US" altLang="ko-KR" sz="1200" dirty="0"/>
              <a:t>2049, 20048, 111 </a:t>
            </a:r>
            <a:r>
              <a:rPr lang="ko-KR" altLang="en-US" sz="1200" dirty="0"/>
              <a:t>포트에 붙는</a:t>
            </a:r>
          </a:p>
          <a:p>
            <a:r>
              <a:rPr lang="en-US" altLang="ko-KR" sz="1200" dirty="0" err="1"/>
              <a:t>ip</a:t>
            </a:r>
            <a:r>
              <a:rPr lang="ko-KR" altLang="en-US" sz="1200" dirty="0"/>
              <a:t>주소가 어떤지 확인한다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endParaRPr lang="en-US" altLang="ko-KR" sz="1200" dirty="0"/>
          </a:p>
          <a:p>
            <a:r>
              <a:rPr lang="ko-KR" altLang="en-US" sz="1200" dirty="0"/>
              <a:t>이것을 확인해도 안될 경우</a:t>
            </a:r>
            <a:r>
              <a:rPr lang="en-US" altLang="ko-KR" sz="1200" dirty="0"/>
              <a:t>, /</a:t>
            </a:r>
            <a:r>
              <a:rPr lang="en-US" altLang="ko-KR" sz="1200" dirty="0" err="1"/>
              <a:t>var</a:t>
            </a:r>
            <a:r>
              <a:rPr lang="en-US" altLang="ko-KR" sz="1200" dirty="0"/>
              <a:t>/messages</a:t>
            </a:r>
            <a:r>
              <a:rPr lang="ko-KR" altLang="en-US" sz="1200" dirty="0"/>
              <a:t>의 로그를 확인한다</a:t>
            </a:r>
            <a:r>
              <a:rPr lang="en-US" altLang="ko-KR" sz="1200" dirty="0"/>
              <a:t>. </a:t>
            </a:r>
            <a:r>
              <a:rPr lang="ko-KR" altLang="en-US" sz="1200" dirty="0"/>
              <a:t>로그에서 </a:t>
            </a:r>
            <a:r>
              <a:rPr lang="en-US" altLang="ko-KR" sz="1200" dirty="0"/>
              <a:t>illegal port </a:t>
            </a:r>
            <a:r>
              <a:rPr lang="ko-KR" altLang="en-US" sz="1200" dirty="0"/>
              <a:t>라고 나올 경우</a:t>
            </a:r>
            <a:r>
              <a:rPr lang="en-US" altLang="ko-KR" sz="1200" dirty="0"/>
              <a:t>, </a:t>
            </a:r>
          </a:p>
          <a:p>
            <a:r>
              <a:rPr lang="en-US" altLang="ko-KR" sz="1200" dirty="0"/>
              <a:t>/</a:t>
            </a:r>
            <a:r>
              <a:rPr lang="en-US" altLang="ko-KR" sz="1200" dirty="0" err="1"/>
              <a:t>etc</a:t>
            </a:r>
            <a:r>
              <a:rPr lang="en-US" altLang="ko-KR" sz="1200" dirty="0"/>
              <a:t>/exports</a:t>
            </a:r>
            <a:r>
              <a:rPr lang="ko-KR" altLang="en-US" sz="1200" dirty="0"/>
              <a:t>의 옵션에 </a:t>
            </a:r>
            <a:r>
              <a:rPr lang="en-US" altLang="ko-KR" sz="1200" dirty="0"/>
              <a:t>insecure </a:t>
            </a:r>
            <a:r>
              <a:rPr lang="ko-KR" altLang="en-US" sz="1200" dirty="0"/>
              <a:t>옵션을 추가한다</a:t>
            </a:r>
            <a:r>
              <a:rPr lang="en-US" altLang="ko-KR" sz="1200" dirty="0"/>
              <a:t>.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5898593"/>
            <a:ext cx="4857750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757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1E6707-104E-4409-84D9-E68B27690E86}"/>
              </a:ext>
            </a:extLst>
          </p:cNvPr>
          <p:cNvSpPr txBox="1"/>
          <p:nvPr/>
        </p:nvSpPr>
        <p:spPr>
          <a:xfrm>
            <a:off x="948690" y="651510"/>
            <a:ext cx="10469880" cy="726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문서유통 관련 오류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sz="1600" dirty="0"/>
              <a:t>유통 모듈 실행 후 </a:t>
            </a:r>
            <a:r>
              <a:rPr lang="en-US" altLang="ko-KR" sz="1600" dirty="0"/>
              <a:t>‘Match IP does not exist’ </a:t>
            </a:r>
            <a:r>
              <a:rPr lang="ko-KR" altLang="en-US" sz="1600" dirty="0"/>
              <a:t>관련 오류 발생시</a:t>
            </a: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r>
              <a:rPr lang="ko-KR" altLang="en-US" sz="1600" dirty="0"/>
              <a:t>내부망을 사용하는 서버인 경우 외부 </a:t>
            </a:r>
            <a:r>
              <a:rPr lang="en-US" altLang="ko-KR" sz="1600" dirty="0"/>
              <a:t>IP</a:t>
            </a:r>
            <a:r>
              <a:rPr lang="ko-KR" altLang="en-US" sz="1600" dirty="0"/>
              <a:t>와 내부 </a:t>
            </a:r>
            <a:r>
              <a:rPr lang="en-US" altLang="ko-KR" sz="1600" dirty="0"/>
              <a:t>IP</a:t>
            </a:r>
            <a:r>
              <a:rPr lang="ko-KR" altLang="en-US" sz="1600" dirty="0"/>
              <a:t>가 다름</a:t>
            </a:r>
            <a:r>
              <a:rPr lang="en-US" altLang="ko-KR" sz="1600" dirty="0"/>
              <a:t>. </a:t>
            </a:r>
          </a:p>
          <a:p>
            <a:pPr marL="800100" lvl="1" indent="-342900">
              <a:buAutoNum type="arabicPeriod"/>
            </a:pPr>
            <a:r>
              <a:rPr lang="ko-KR" altLang="en-US" sz="1600" dirty="0"/>
              <a:t>유통센터에 인증서를 신청할 때 </a:t>
            </a:r>
            <a:r>
              <a:rPr lang="en-US" altLang="ko-KR" sz="1600" dirty="0"/>
              <a:t>IP</a:t>
            </a:r>
            <a:r>
              <a:rPr lang="ko-KR" altLang="en-US" sz="1600" dirty="0"/>
              <a:t>를 외부 </a:t>
            </a:r>
            <a:r>
              <a:rPr lang="en-US" altLang="ko-KR" sz="1600" dirty="0"/>
              <a:t>IP </a:t>
            </a:r>
            <a:r>
              <a:rPr lang="ko-KR" altLang="en-US" sz="1600" dirty="0"/>
              <a:t>주소로 신청하게 되는데</a:t>
            </a:r>
            <a:r>
              <a:rPr lang="en-US" altLang="ko-KR" sz="1600" dirty="0"/>
              <a:t>,</a:t>
            </a:r>
            <a:r>
              <a:rPr lang="ko-KR" altLang="en-US" sz="1600" dirty="0"/>
              <a:t> 유통 모듈 실행시에는 내부 </a:t>
            </a:r>
            <a:r>
              <a:rPr lang="en-US" altLang="ko-KR" sz="1600" dirty="0"/>
              <a:t>IP</a:t>
            </a:r>
            <a:r>
              <a:rPr lang="ko-KR" altLang="en-US" sz="1600" dirty="0"/>
              <a:t>와 비교하게 되므로 </a:t>
            </a:r>
            <a:r>
              <a:rPr lang="en-US" altLang="ko-KR" sz="1600" dirty="0"/>
              <a:t>Match IP </a:t>
            </a:r>
            <a:r>
              <a:rPr lang="ko-KR" altLang="en-US" sz="1600" dirty="0"/>
              <a:t>관련 오류가 생김</a:t>
            </a:r>
            <a:r>
              <a:rPr lang="en-US" altLang="ko-KR" sz="1600" dirty="0"/>
              <a:t>.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pPr marL="800100" lvl="1" indent="-342900">
              <a:buAutoNum type="arabicPeriod"/>
            </a:pPr>
            <a:r>
              <a:rPr lang="ko-KR" altLang="en-US" sz="1600" dirty="0"/>
              <a:t>외부 </a:t>
            </a:r>
            <a:r>
              <a:rPr lang="en-US" altLang="ko-KR" sz="1600" dirty="0"/>
              <a:t>IP</a:t>
            </a:r>
            <a:r>
              <a:rPr lang="ko-KR" altLang="en-US" sz="1600" dirty="0"/>
              <a:t>를 </a:t>
            </a:r>
            <a:r>
              <a:rPr lang="en-US" altLang="ko-KR" sz="1600" dirty="0"/>
              <a:t>/</a:t>
            </a:r>
            <a:r>
              <a:rPr lang="en-US" altLang="ko-KR" sz="1600" dirty="0" err="1"/>
              <a:t>etc</a:t>
            </a:r>
            <a:r>
              <a:rPr lang="en-US" altLang="ko-KR" sz="1600" dirty="0"/>
              <a:t>/hosts</a:t>
            </a:r>
            <a:r>
              <a:rPr lang="ko-KR" altLang="en-US" sz="1600" dirty="0"/>
              <a:t> 파일에 호스트 </a:t>
            </a:r>
            <a:r>
              <a:rPr lang="ko-KR" altLang="en-US" sz="1600" dirty="0" err="1"/>
              <a:t>등록후</a:t>
            </a:r>
            <a:r>
              <a:rPr lang="ko-KR" altLang="en-US" sz="1600" dirty="0"/>
              <a:t> 서버를 실행하면 정상적으로 동작함</a:t>
            </a: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r>
              <a:rPr lang="ko-KR" altLang="en-US" sz="1600" dirty="0"/>
              <a:t>유통 모듈 실행 후 </a:t>
            </a:r>
            <a:r>
              <a:rPr lang="en-US" altLang="ko-KR" sz="1600" dirty="0" err="1"/>
              <a:t>receivetemp</a:t>
            </a:r>
            <a:r>
              <a:rPr lang="en-US" altLang="ko-KR" sz="1600" dirty="0"/>
              <a:t> </a:t>
            </a:r>
            <a:r>
              <a:rPr lang="ko-KR" altLang="en-US" sz="1600" dirty="0"/>
              <a:t>폴더에 문서가 있음에도 스케줄러에서 문서리스트를 가져오지 않을 때</a:t>
            </a:r>
            <a:endParaRPr lang="en-US" altLang="ko-KR" sz="1600" dirty="0"/>
          </a:p>
          <a:p>
            <a:pPr marL="800100" lvl="1" indent="-342900">
              <a:buAutoNum type="arabicPeriod"/>
            </a:pPr>
            <a:r>
              <a:rPr lang="ko-KR" altLang="en-US" sz="1600" dirty="0"/>
              <a:t>서버가 다르고 모듈 실행 계정이 다른 경우 권한 이슈가 발생할 수 있음</a:t>
            </a:r>
            <a:endParaRPr lang="en-US" altLang="ko-KR" sz="1600" dirty="0"/>
          </a:p>
          <a:p>
            <a:pPr marL="800100" lvl="1" indent="-342900">
              <a:buAutoNum type="arabicPeriod"/>
            </a:pPr>
            <a:r>
              <a:rPr lang="ko-KR" altLang="en-US" sz="1600" dirty="0"/>
              <a:t>예를 들어 그룹웨어 실행은 </a:t>
            </a:r>
            <a:r>
              <a:rPr lang="en-US" altLang="ko-KR" sz="1600" dirty="0" err="1"/>
              <a:t>jmocha</a:t>
            </a:r>
            <a:r>
              <a:rPr lang="ko-KR" altLang="en-US" sz="1600" dirty="0"/>
              <a:t>로 실행하지만</a:t>
            </a:r>
            <a:r>
              <a:rPr lang="en-US" altLang="ko-KR" sz="1600" dirty="0"/>
              <a:t> </a:t>
            </a:r>
            <a:r>
              <a:rPr lang="ko-KR" altLang="en-US" sz="1600" dirty="0"/>
              <a:t>유통 모듈 실행을 </a:t>
            </a:r>
            <a:r>
              <a:rPr lang="en-US" altLang="ko-KR" sz="1600" dirty="0" err="1"/>
              <a:t>jeus</a:t>
            </a:r>
            <a:r>
              <a:rPr lang="ko-KR" altLang="en-US" sz="1600" dirty="0"/>
              <a:t>로 하는 경우</a:t>
            </a:r>
            <a:r>
              <a:rPr lang="en-US" altLang="ko-KR" sz="1600" dirty="0"/>
              <a:t>,</a:t>
            </a:r>
            <a:r>
              <a:rPr lang="ko-KR" altLang="en-US" sz="1600" dirty="0"/>
              <a:t> 같은 권한그룹에 없으면 </a:t>
            </a:r>
            <a:r>
              <a:rPr lang="en-US" altLang="ko-KR" sz="1600" dirty="0"/>
              <a:t>Permission Denied</a:t>
            </a:r>
            <a:r>
              <a:rPr lang="ko-KR" altLang="en-US" sz="1600" dirty="0"/>
              <a:t>로 파일을 읽지 못함</a:t>
            </a:r>
            <a:r>
              <a:rPr lang="en-US" altLang="ko-KR" sz="1600" dirty="0"/>
              <a:t>(</a:t>
            </a:r>
            <a:r>
              <a:rPr lang="ko-KR" altLang="en-US" sz="1600" dirty="0"/>
              <a:t>그룹웨어에서는 로그</a:t>
            </a:r>
            <a:r>
              <a:rPr lang="en-US" altLang="ko-KR" sz="1600" dirty="0"/>
              <a:t>X)</a:t>
            </a:r>
          </a:p>
          <a:p>
            <a:pPr marL="800100" lvl="1" indent="-342900">
              <a:buAutoNum type="arabicPeriod"/>
            </a:pPr>
            <a:r>
              <a:rPr lang="en-US" altLang="ko-KR" sz="1600" dirty="0" err="1"/>
              <a:t>Jmocha</a:t>
            </a:r>
            <a:r>
              <a:rPr lang="ko-KR" altLang="en-US" sz="1600" dirty="0"/>
              <a:t>와 </a:t>
            </a:r>
            <a:r>
              <a:rPr lang="en-US" altLang="ko-KR" sz="1600" dirty="0" err="1"/>
              <a:t>jeus</a:t>
            </a:r>
            <a:r>
              <a:rPr lang="ko-KR" altLang="en-US" sz="1600" dirty="0"/>
              <a:t>계정을 같은 권한 그룹으로 설정해주고</a:t>
            </a:r>
            <a:r>
              <a:rPr lang="en-US" altLang="ko-KR" sz="1600" dirty="0"/>
              <a:t>,</a:t>
            </a:r>
            <a:r>
              <a:rPr lang="ko-KR" altLang="en-US" sz="1600" dirty="0"/>
              <a:t> 유통 모듈을 재시작 하면 정상적으로 동작함</a:t>
            </a:r>
            <a:endParaRPr lang="en-US" altLang="ko-KR" sz="1600" dirty="0"/>
          </a:p>
          <a:p>
            <a:pPr marL="800100" lvl="1" indent="-342900">
              <a:buAutoNum type="arabicPeriod"/>
            </a:pPr>
            <a:r>
              <a:rPr lang="ko-KR" altLang="en-US" sz="1600" dirty="0"/>
              <a:t>경우에 따라 </a:t>
            </a:r>
            <a:r>
              <a:rPr lang="en-US" altLang="ko-KR" sz="1600" dirty="0"/>
              <a:t>relay </a:t>
            </a:r>
            <a:r>
              <a:rPr lang="ko-KR" altLang="en-US" sz="1600" dirty="0"/>
              <a:t>폴더의 </a:t>
            </a:r>
            <a:r>
              <a:rPr lang="en-US" altLang="ko-KR" sz="1600" dirty="0"/>
              <a:t>group </a:t>
            </a:r>
            <a:r>
              <a:rPr lang="ko-KR" altLang="en-US" sz="1600" dirty="0"/>
              <a:t>접근 권한</a:t>
            </a:r>
            <a:r>
              <a:rPr lang="en-US" altLang="ko-KR" sz="1600" dirty="0"/>
              <a:t>(</a:t>
            </a:r>
            <a:r>
              <a:rPr lang="ko-KR" altLang="en-US" sz="1600" dirty="0"/>
              <a:t>읽기</a:t>
            </a:r>
            <a:r>
              <a:rPr lang="en-US" altLang="ko-KR" sz="1600" dirty="0"/>
              <a:t>, </a:t>
            </a:r>
            <a:r>
              <a:rPr lang="ko-KR" altLang="en-US" sz="1600" dirty="0"/>
              <a:t>쓰기</a:t>
            </a:r>
            <a:r>
              <a:rPr lang="en-US" altLang="ko-KR" sz="1600" dirty="0"/>
              <a:t>, </a:t>
            </a:r>
            <a:r>
              <a:rPr lang="ko-KR" altLang="en-US" sz="1600" dirty="0"/>
              <a:t>실행</a:t>
            </a:r>
            <a:r>
              <a:rPr lang="en-US" altLang="ko-KR" sz="1600" dirty="0"/>
              <a:t>)</a:t>
            </a:r>
            <a:r>
              <a:rPr lang="ko-KR" altLang="en-US" sz="1600" dirty="0"/>
              <a:t>을 추가로 설정해주어야 함</a:t>
            </a: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AA380D8-533C-4C91-AAEE-AED228E6D3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498" y="1276050"/>
            <a:ext cx="7792537" cy="21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889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5944</TotalTime>
  <Words>2723</Words>
  <Application>Microsoft Office PowerPoint</Application>
  <PresentationFormat>와이드스크린</PresentationFormat>
  <Paragraphs>297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맑은 고딕</vt:lpstr>
      <vt:lpstr>Arial</vt:lpstr>
      <vt:lpstr>Consolas</vt:lpstr>
      <vt:lpstr>Office 테마</vt:lpstr>
      <vt:lpstr>문서유통 모듈 설치가이드</vt:lpstr>
      <vt:lpstr>PowerPoint 프레젠테이션</vt:lpstr>
      <vt:lpstr>준비항목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문서유통 모듈 설치가이드</dc:title>
  <dc:creator>Windows 사용자</dc:creator>
  <cp:lastModifiedBy>LEEOYEON</cp:lastModifiedBy>
  <cp:revision>127</cp:revision>
  <dcterms:created xsi:type="dcterms:W3CDTF">2019-12-03T02:22:00Z</dcterms:created>
  <dcterms:modified xsi:type="dcterms:W3CDTF">2021-01-10T12:40:51Z</dcterms:modified>
</cp:coreProperties>
</file>