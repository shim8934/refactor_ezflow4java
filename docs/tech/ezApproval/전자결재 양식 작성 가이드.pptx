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4"/>
  </p:sldMasterIdLst>
  <p:notesMasterIdLst>
    <p:notesMasterId r:id="rId32"/>
  </p:notesMasterIdLst>
  <p:handoutMasterIdLst>
    <p:handoutMasterId r:id="rId33"/>
  </p:handoutMasterIdLst>
  <p:sldIdLst>
    <p:sldId id="412" r:id="rId5"/>
    <p:sldId id="330" r:id="rId6"/>
    <p:sldId id="381" r:id="rId7"/>
    <p:sldId id="416" r:id="rId8"/>
    <p:sldId id="440" r:id="rId9"/>
    <p:sldId id="432" r:id="rId10"/>
    <p:sldId id="433" r:id="rId11"/>
    <p:sldId id="434" r:id="rId12"/>
    <p:sldId id="435" r:id="rId13"/>
    <p:sldId id="428" r:id="rId14"/>
    <p:sldId id="429" r:id="rId15"/>
    <p:sldId id="430" r:id="rId16"/>
    <p:sldId id="423" r:id="rId17"/>
    <p:sldId id="425" r:id="rId18"/>
    <p:sldId id="426" r:id="rId19"/>
    <p:sldId id="415" r:id="rId20"/>
    <p:sldId id="417" r:id="rId21"/>
    <p:sldId id="418" r:id="rId22"/>
    <p:sldId id="419" r:id="rId23"/>
    <p:sldId id="420" r:id="rId24"/>
    <p:sldId id="431" r:id="rId25"/>
    <p:sldId id="421" r:id="rId26"/>
    <p:sldId id="422" r:id="rId27"/>
    <p:sldId id="436" r:id="rId28"/>
    <p:sldId id="437" r:id="rId29"/>
    <p:sldId id="438" r:id="rId30"/>
    <p:sldId id="439" r:id="rId31"/>
  </p:sldIdLst>
  <p:sldSz cx="9906000" cy="6858000" type="A4"/>
  <p:notesSz cx="6735763" cy="9866313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b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944">
          <p15:clr>
            <a:srgbClr val="A4A3A4"/>
          </p15:clr>
        </p15:guide>
        <p15:guide id="2" pos="7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AC3"/>
    <a:srgbClr val="99CCFF"/>
    <a:srgbClr val="1443A3"/>
    <a:srgbClr val="FF9900"/>
    <a:srgbClr val="4D4D4D"/>
    <a:srgbClr val="EEEEEE"/>
    <a:srgbClr val="0051A6"/>
    <a:srgbClr val="EAEAEA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5" autoAdjust="0"/>
    <p:restoredTop sz="98680" autoAdjust="0"/>
  </p:normalViewPr>
  <p:slideViewPr>
    <p:cSldViewPr snapToObjects="1">
      <p:cViewPr varScale="1">
        <p:scale>
          <a:sx n="111" d="100"/>
          <a:sy n="111" d="100"/>
        </p:scale>
        <p:origin x="1272" y="102"/>
      </p:cViewPr>
      <p:guideLst>
        <p:guide orient="horz" pos="4944"/>
        <p:guide pos="745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35" d="100"/>
          <a:sy n="35" d="100"/>
        </p:scale>
        <p:origin x="-1842" y="-78"/>
      </p:cViewPr>
      <p:guideLst>
        <p:guide orient="horz" pos="3108"/>
        <p:guide pos="2122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86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4484" cy="47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710" tIns="31355" rIns="62710" bIns="31355" numCol="1" anchor="t" anchorCtr="0" compatLnSpc="1">
            <a:prstTxWarp prst="textNoShape">
              <a:avLst/>
            </a:prstTxWarp>
          </a:bodyPr>
          <a:lstStyle>
            <a:lvl1pPr defTabSz="627902" eaLnBrk="1" hangingPunct="1">
              <a:lnSpc>
                <a:spcPct val="110000"/>
              </a:lnSpc>
              <a:defRPr sz="800" b="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7564" y="0"/>
            <a:ext cx="2904483" cy="474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710" tIns="31355" rIns="62710" bIns="31355" numCol="1" anchor="t" anchorCtr="0" compatLnSpc="1">
            <a:prstTxWarp prst="textNoShape">
              <a:avLst/>
            </a:prstTxWarp>
          </a:bodyPr>
          <a:lstStyle>
            <a:lvl1pPr algn="r" defTabSz="627902" eaLnBrk="1" hangingPunct="1">
              <a:lnSpc>
                <a:spcPct val="110000"/>
              </a:lnSpc>
              <a:defRPr sz="800" b="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57318"/>
            <a:ext cx="2904484" cy="52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710" tIns="31355" rIns="62710" bIns="31355" numCol="1" anchor="b" anchorCtr="0" compatLnSpc="1">
            <a:prstTxWarp prst="textNoShape">
              <a:avLst/>
            </a:prstTxWarp>
          </a:bodyPr>
          <a:lstStyle>
            <a:lvl1pPr defTabSz="627902" eaLnBrk="1" hangingPunct="1">
              <a:lnSpc>
                <a:spcPct val="110000"/>
              </a:lnSpc>
              <a:defRPr sz="800" b="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7564" y="9357318"/>
            <a:ext cx="2904483" cy="526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62710" tIns="31355" rIns="62710" bIns="31355" numCol="1" anchor="b" anchorCtr="0" compatLnSpc="1">
            <a:prstTxWarp prst="textNoShape">
              <a:avLst/>
            </a:prstTxWarp>
          </a:bodyPr>
          <a:lstStyle>
            <a:lvl1pPr algn="r" defTabSz="627902" eaLnBrk="1" hangingPunct="1">
              <a:lnSpc>
                <a:spcPct val="110000"/>
              </a:lnSpc>
              <a:defRPr sz="800" b="0"/>
            </a:lvl1pPr>
          </a:lstStyle>
          <a:p>
            <a:pPr>
              <a:defRPr/>
            </a:pPr>
            <a:fld id="{A7AAA491-4843-44DF-AB65-73538A10039F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06008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04484" cy="18726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med"/>
          </a:ln>
          <a:effectLst/>
        </p:spPr>
        <p:txBody>
          <a:bodyPr vert="horz" wrap="square" lIns="62710" tIns="31355" rIns="62710" bIns="31355" numCol="1" anchor="t" anchorCtr="0" compatLnSpc="1">
            <a:prstTxWarp prst="textNoShape">
              <a:avLst/>
            </a:prstTxWarp>
            <a:spAutoFit/>
          </a:bodyPr>
          <a:lstStyle>
            <a:lvl1pPr defTabSz="627902" eaLnBrk="1" hangingPunct="1">
              <a:lnSpc>
                <a:spcPct val="110000"/>
              </a:lnSpc>
              <a:defRPr sz="8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37564" y="0"/>
            <a:ext cx="2904483" cy="18726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med"/>
          </a:ln>
          <a:effectLst/>
        </p:spPr>
        <p:txBody>
          <a:bodyPr vert="horz" wrap="square" lIns="62710" tIns="31355" rIns="62710" bIns="31355" numCol="1" anchor="t" anchorCtr="0" compatLnSpc="1">
            <a:prstTxWarp prst="textNoShape">
              <a:avLst/>
            </a:prstTxWarp>
            <a:spAutoFit/>
          </a:bodyPr>
          <a:lstStyle>
            <a:lvl1pPr algn="r" defTabSz="627902" eaLnBrk="1" hangingPunct="1">
              <a:lnSpc>
                <a:spcPct val="110000"/>
              </a:lnSpc>
              <a:defRPr sz="8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36600"/>
            <a:ext cx="5311775" cy="36782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2812" y="4677083"/>
            <a:ext cx="4976422" cy="1208251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med"/>
          </a:ln>
          <a:effectLst/>
        </p:spPr>
        <p:txBody>
          <a:bodyPr vert="horz" wrap="square" lIns="62710" tIns="31355" rIns="62710" bIns="31355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 noProof="0" dirty="0"/>
              <a:t>마스터 문자열 유형을 편집하려면 누르십시오</a:t>
            </a:r>
            <a:r>
              <a:rPr lang="en-US" altLang="ko-KR" noProof="0" dirty="0"/>
              <a:t>.</a:t>
            </a:r>
          </a:p>
          <a:p>
            <a:pPr lvl="1"/>
            <a:r>
              <a:rPr lang="ko-KR" altLang="en-US" noProof="0" dirty="0"/>
              <a:t>둘째 수준</a:t>
            </a:r>
          </a:p>
          <a:p>
            <a:pPr lvl="2"/>
            <a:r>
              <a:rPr lang="ko-KR" altLang="en-US" noProof="0" dirty="0" err="1"/>
              <a:t>세째</a:t>
            </a:r>
            <a:r>
              <a:rPr lang="ko-KR" altLang="en-US" noProof="0" dirty="0"/>
              <a:t> 수준</a:t>
            </a:r>
          </a:p>
          <a:p>
            <a:pPr lvl="3"/>
            <a:r>
              <a:rPr lang="ko-KR" altLang="en-US" noProof="0" dirty="0" err="1"/>
              <a:t>네째</a:t>
            </a:r>
            <a:r>
              <a:rPr lang="ko-KR" altLang="en-US" noProof="0" dirty="0"/>
              <a:t> 수준</a:t>
            </a:r>
          </a:p>
          <a:p>
            <a:pPr lvl="4"/>
            <a:r>
              <a:rPr lang="ko-KR" altLang="en-US" noProof="0" dirty="0"/>
              <a:t>다섯째 수준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696380"/>
            <a:ext cx="2904484" cy="18726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med"/>
          </a:ln>
          <a:effectLst/>
        </p:spPr>
        <p:txBody>
          <a:bodyPr vert="horz" wrap="square" lIns="62710" tIns="31355" rIns="62710" bIns="31355" numCol="1" anchor="b" anchorCtr="0" compatLnSpc="1">
            <a:prstTxWarp prst="textNoShape">
              <a:avLst/>
            </a:prstTxWarp>
            <a:spAutoFit/>
          </a:bodyPr>
          <a:lstStyle>
            <a:lvl1pPr defTabSz="627902" eaLnBrk="1" hangingPunct="1">
              <a:lnSpc>
                <a:spcPct val="110000"/>
              </a:lnSpc>
              <a:defRPr sz="8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7564" y="9696380"/>
            <a:ext cx="2904483" cy="18726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med"/>
          </a:ln>
          <a:effectLst/>
        </p:spPr>
        <p:txBody>
          <a:bodyPr vert="horz" wrap="square" lIns="62710" tIns="31355" rIns="62710" bIns="31355" numCol="1" anchor="b" anchorCtr="0" compatLnSpc="1">
            <a:prstTxWarp prst="textNoShape">
              <a:avLst/>
            </a:prstTxWarp>
            <a:spAutoFit/>
          </a:bodyPr>
          <a:lstStyle>
            <a:lvl1pPr algn="r" defTabSz="627902" eaLnBrk="1" hangingPunct="1">
              <a:lnSpc>
                <a:spcPct val="110000"/>
              </a:lnSpc>
              <a:defRPr sz="8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D12AF179-849A-4243-8BCB-E68654891986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719349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560512" y="2159690"/>
            <a:ext cx="6081525" cy="556924"/>
          </a:xfrm>
        </p:spPr>
        <p:txBody>
          <a:bodyPr/>
          <a:lstStyle>
            <a:lvl1pPr algn="l">
              <a:defRPr sz="3000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r>
              <a:rPr lang="ko-KR" altLang="en-US" dirty="0" err="1"/>
              <a:t>코오롱베니트</a:t>
            </a:r>
            <a:r>
              <a:rPr lang="ko-KR" altLang="en-US" dirty="0"/>
              <a:t> 대내보고 서식 </a:t>
            </a:r>
            <a:r>
              <a:rPr lang="en-US" altLang="ko-KR" dirty="0"/>
              <a:t>– </a:t>
            </a:r>
            <a:r>
              <a:rPr lang="ko-KR" altLang="en-US" dirty="0"/>
              <a:t>가로</a:t>
            </a:r>
            <a:r>
              <a:rPr lang="en-US" altLang="ko-KR" dirty="0"/>
              <a:t>1</a:t>
            </a:r>
          </a:p>
        </p:txBody>
      </p:sp>
      <p:sp>
        <p:nvSpPr>
          <p:cNvPr id="19456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560512" y="3195018"/>
            <a:ext cx="797013" cy="270074"/>
          </a:xfrm>
        </p:spPr>
        <p:txBody>
          <a:bodyPr wrap="none" anchor="b"/>
          <a:lstStyle>
            <a:lvl1pPr algn="l">
              <a:defRPr sz="105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날짜</a:t>
            </a:r>
          </a:p>
        </p:txBody>
      </p:sp>
    </p:spTree>
    <p:extLst>
      <p:ext uri="{BB962C8B-B14F-4D97-AF65-F5344CB8AC3E}">
        <p14:creationId xmlns:p14="http://schemas.microsoft.com/office/powerpoint/2010/main" val="208388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142241"/>
            <a:ext cx="2425074" cy="35686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30680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9338523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7788" y="828675"/>
            <a:ext cx="4799012" cy="1382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828675"/>
            <a:ext cx="4799013" cy="13827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01024716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886500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705873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7107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8629604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3787095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095172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88225" y="293688"/>
            <a:ext cx="2439988" cy="19177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5088" y="293688"/>
            <a:ext cx="7170737" cy="19177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5371623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그림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15075"/>
            <a:ext cx="99060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8" name="Rectangle 1376"/>
          <p:cNvSpPr>
            <a:spLocks noGrp="1" noChangeArrowheads="1"/>
          </p:cNvSpPr>
          <p:nvPr>
            <p:ph type="title"/>
          </p:nvPr>
        </p:nvSpPr>
        <p:spPr bwMode="auto">
          <a:xfrm>
            <a:off x="273050" y="141288"/>
            <a:ext cx="352742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4323" tIns="47169" rIns="94323" bIns="47169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코오롱베니트 대내보고 서식 </a:t>
            </a:r>
            <a:r>
              <a:rPr lang="en-US" altLang="ko-KR"/>
              <a:t>– </a:t>
            </a:r>
            <a:r>
              <a:rPr lang="ko-KR" altLang="en-US"/>
              <a:t>가로</a:t>
            </a:r>
            <a:r>
              <a:rPr lang="en-US" altLang="ko-KR"/>
              <a:t>1</a:t>
            </a:r>
          </a:p>
        </p:txBody>
      </p:sp>
      <p:sp>
        <p:nvSpPr>
          <p:cNvPr id="1029" name="Rectangle 41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788" y="828675"/>
            <a:ext cx="9750425" cy="138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6883" name="Rectangle 1283"/>
          <p:cNvSpPr>
            <a:spLocks noChangeArrowheads="1"/>
          </p:cNvSpPr>
          <p:nvPr userDrawn="1"/>
        </p:nvSpPr>
        <p:spPr bwMode="auto">
          <a:xfrm>
            <a:off x="4648200" y="6524625"/>
            <a:ext cx="609600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25200" tIns="0" rIns="25200" bIns="0" anchor="ctr"/>
          <a:lstStyle>
            <a:lvl1pPr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kumimoji="1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>
              <a:defRPr/>
            </a:pPr>
            <a:fld id="{C12C02E5-90B9-4F4B-AA5C-67766AEA45A7}" type="slidenum">
              <a:rPr kumimoji="0" lang="en-US" altLang="ko-KR" sz="1000" b="0" smtClean="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‹#›</a:t>
            </a:fld>
            <a:endParaRPr kumimoji="0" lang="en-US" altLang="ko-KR" sz="1000" b="0" dirty="0">
              <a:solidFill>
                <a:srgbClr val="4D4D4D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lang="ko-KR" altLang="en-US" sz="1700" dirty="0" err="1">
          <a:solidFill>
            <a:schemeClr val="bg1"/>
          </a:solidFill>
          <a:latin typeface="나눔고딕 Bold" panose="020D0804000000000000" pitchFamily="50" charset="-127"/>
          <a:ea typeface="나눔고딕 Bold" panose="020D0804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1700">
          <a:solidFill>
            <a:schemeClr val="bg1"/>
          </a:solidFill>
          <a:latin typeface="나눔고딕 Bold" panose="020D0804000000000000" pitchFamily="50" charset="-127"/>
          <a:ea typeface="나눔고딕 Bold" panose="020D0804000000000000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1700">
          <a:solidFill>
            <a:schemeClr val="bg1"/>
          </a:solidFill>
          <a:latin typeface="나눔고딕 Bold" panose="020D0804000000000000" pitchFamily="50" charset="-127"/>
          <a:ea typeface="나눔고딕 Bold" panose="020D0804000000000000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1700">
          <a:solidFill>
            <a:schemeClr val="bg1"/>
          </a:solidFill>
          <a:latin typeface="나눔고딕 Bold" panose="020D0804000000000000" pitchFamily="50" charset="-127"/>
          <a:ea typeface="나눔고딕 Bold" panose="020D0804000000000000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1700">
          <a:solidFill>
            <a:schemeClr val="bg1"/>
          </a:solidFill>
          <a:latin typeface="나눔고딕 Bold" panose="020D0804000000000000" pitchFamily="50" charset="-127"/>
          <a:ea typeface="나눔고딕 Bold" panose="020D0804000000000000" pitchFamily="50" charset="-127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kumimoji="1" sz="1700" b="1">
          <a:solidFill>
            <a:srgbClr val="4D4D4D"/>
          </a:solidFill>
          <a:latin typeface="맑은 고딕" pitchFamily="50" charset="-127"/>
          <a:ea typeface="맑은 고딕" pitchFamily="50" charset="-127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kumimoji="1" sz="1700" b="1">
          <a:solidFill>
            <a:srgbClr val="4D4D4D"/>
          </a:solidFill>
          <a:latin typeface="맑은 고딕" pitchFamily="50" charset="-127"/>
          <a:ea typeface="맑은 고딕" pitchFamily="50" charset="-127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kumimoji="1" sz="1700" b="1">
          <a:solidFill>
            <a:srgbClr val="4D4D4D"/>
          </a:solidFill>
          <a:latin typeface="맑은 고딕" pitchFamily="50" charset="-127"/>
          <a:ea typeface="맑은 고딕" pitchFamily="50" charset="-127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kumimoji="1" sz="1700" b="1">
          <a:solidFill>
            <a:srgbClr val="4D4D4D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just" rtl="0" eaLnBrk="0" fontAlgn="base" hangingPunct="0">
        <a:lnSpc>
          <a:spcPct val="105000"/>
        </a:lnSpc>
        <a:spcBef>
          <a:spcPct val="15000"/>
        </a:spcBef>
        <a:spcAft>
          <a:spcPct val="30000"/>
        </a:spcAft>
        <a:buFont typeface="Wingdings" panose="05000000000000000000" pitchFamily="2" charset="2"/>
        <a:buChar char="•"/>
        <a:defRPr kumimoji="1" sz="1200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+mn-cs"/>
        </a:defRPr>
      </a:lvl1pPr>
      <a:lvl2pPr marL="301625" indent="-160338" algn="just" rtl="0" eaLnBrk="0" fontAlgn="base" hangingPunct="0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Font typeface="맑은 고딕" panose="020B0503020000020004" pitchFamily="50" charset="-127"/>
        <a:buChar char="–"/>
        <a:defRPr kumimoji="1" sz="1200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</a:defRPr>
      </a:lvl2pPr>
      <a:lvl3pPr marL="454025" indent="-150813" algn="just" rtl="0" eaLnBrk="0" fontAlgn="base" hangingPunct="0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SzPct val="50000"/>
        <a:buFont typeface="Wingdings" panose="05000000000000000000" pitchFamily="2" charset="2"/>
        <a:buChar char="Ø"/>
        <a:defRPr kumimoji="1" sz="1200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</a:defRPr>
      </a:lvl3pPr>
      <a:lvl4pPr marL="568325" indent="-112713" algn="just" rtl="0" eaLnBrk="0" fontAlgn="base" hangingPunct="0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Char char="•"/>
        <a:defRPr kumimoji="1" sz="1200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</a:defRPr>
      </a:lvl4pPr>
      <a:lvl5pPr marL="711200" indent="-141288" algn="just" rtl="0" eaLnBrk="0" fontAlgn="base" hangingPunct="0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SzPct val="50000"/>
        <a:buChar char="•"/>
        <a:defRPr kumimoji="1" sz="1200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</a:defRPr>
      </a:lvl5pPr>
      <a:lvl6pPr marL="1168400" indent="-141288" algn="just" rtl="0" eaLnBrk="0" fontAlgn="base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SzPct val="50000"/>
        <a:buChar char="•"/>
        <a:defRPr kumimoji="1" sz="1200">
          <a:solidFill>
            <a:srgbClr val="000000"/>
          </a:solidFill>
          <a:latin typeface="+mn-lt"/>
          <a:ea typeface="+mn-ea"/>
        </a:defRPr>
      </a:lvl6pPr>
      <a:lvl7pPr marL="1625600" indent="-141288" algn="just" rtl="0" eaLnBrk="0" fontAlgn="base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SzPct val="50000"/>
        <a:buChar char="•"/>
        <a:defRPr kumimoji="1" sz="1200">
          <a:solidFill>
            <a:srgbClr val="000000"/>
          </a:solidFill>
          <a:latin typeface="+mn-lt"/>
          <a:ea typeface="+mn-ea"/>
        </a:defRPr>
      </a:lvl7pPr>
      <a:lvl8pPr marL="2082800" indent="-141288" algn="just" rtl="0" eaLnBrk="0" fontAlgn="base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SzPct val="50000"/>
        <a:buChar char="•"/>
        <a:defRPr kumimoji="1" sz="1200">
          <a:solidFill>
            <a:srgbClr val="000000"/>
          </a:solidFill>
          <a:latin typeface="+mn-lt"/>
          <a:ea typeface="+mn-ea"/>
        </a:defRPr>
      </a:lvl8pPr>
      <a:lvl9pPr marL="2540000" indent="-141288" algn="just" rtl="0" eaLnBrk="0" fontAlgn="base">
        <a:lnSpc>
          <a:spcPct val="105000"/>
        </a:lnSpc>
        <a:spcBef>
          <a:spcPct val="15000"/>
        </a:spcBef>
        <a:spcAft>
          <a:spcPct val="30000"/>
        </a:spcAft>
        <a:buClr>
          <a:srgbClr val="4D4D4D"/>
        </a:buClr>
        <a:buSzPct val="50000"/>
        <a:buChar char="•"/>
        <a:defRPr kumimoji="1"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ckeditor.com/docs/ckeditor4/latest/guide/dev_features.html" TargetMode="Externa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70"/>
          <p:cNvSpPr txBox="1">
            <a:spLocks noChangeArrowheads="1"/>
          </p:cNvSpPr>
          <p:nvPr/>
        </p:nvSpPr>
        <p:spPr bwMode="auto">
          <a:xfrm>
            <a:off x="712912" y="2312090"/>
            <a:ext cx="4768665" cy="5569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4323" tIns="47169" rIns="94323" bIns="47169" numCol="1" anchor="ctr" anchorCtr="0" compatLnSpc="1">
            <a:prstTxWarp prst="textNoShape">
              <a:avLst/>
            </a:prstTxWarp>
            <a:sp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300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r>
              <a:rPr lang="ko-KR" altLang="en-US" b="0" kern="0" dirty="0" smtClean="0">
                <a:solidFill>
                  <a:srgbClr val="4D4D4D"/>
                </a:solidFill>
              </a:rPr>
              <a:t>전자결재 양식 작성 가이드</a:t>
            </a:r>
            <a:endParaRPr lang="ko-KR" altLang="en-US" b="0" kern="0" dirty="0">
              <a:solidFill>
                <a:srgbClr val="4D4D4D"/>
              </a:solidFill>
            </a:endParaRPr>
          </a:p>
        </p:txBody>
      </p:sp>
      <p:sp>
        <p:nvSpPr>
          <p:cNvPr id="5" name="Rectangle 271"/>
          <p:cNvSpPr txBox="1">
            <a:spLocks noChangeArrowheads="1"/>
          </p:cNvSpPr>
          <p:nvPr/>
        </p:nvSpPr>
        <p:spPr bwMode="auto">
          <a:xfrm>
            <a:off x="712912" y="3347418"/>
            <a:ext cx="811441" cy="270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Font typeface="Wingdings" panose="05000000000000000000" pitchFamily="2" charset="2"/>
              <a:buChar char="•"/>
              <a:defRPr kumimoji="1" sz="1050">
                <a:solidFill>
                  <a:srgbClr val="4D4D4D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301625" indent="-160338" algn="just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Font typeface="맑은 고딕" panose="020B0503020000020004" pitchFamily="50" charset="-127"/>
              <a:buChar char="–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454025" indent="-150813" algn="just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Font typeface="Wingdings" panose="05000000000000000000" pitchFamily="2" charset="2"/>
              <a:buChar char="Ø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568325" indent="-112713" algn="just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711200" indent="-141288" algn="just" rtl="0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1168400" indent="-141288" algn="just" rtl="0" eaLnBrk="0" fontAlgn="base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+mn-lt"/>
                <a:ea typeface="+mn-ea"/>
              </a:defRPr>
            </a:lvl6pPr>
            <a:lvl7pPr marL="1625600" indent="-141288" algn="just" rtl="0" eaLnBrk="0" fontAlgn="base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+mn-lt"/>
                <a:ea typeface="+mn-ea"/>
              </a:defRPr>
            </a:lvl7pPr>
            <a:lvl8pPr marL="2082800" indent="-141288" algn="just" rtl="0" eaLnBrk="0" fontAlgn="base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+mn-lt"/>
                <a:ea typeface="+mn-ea"/>
              </a:defRPr>
            </a:lvl8pPr>
            <a:lvl9pPr marL="2540000" indent="-141288" algn="just" rtl="0" eaLnBrk="0" fontAlgn="base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+mn-lt"/>
                <a:ea typeface="+mn-ea"/>
              </a:defRPr>
            </a:lvl9pPr>
          </a:lstStyle>
          <a:p>
            <a:pPr marL="0" indent="0" hangingPunct="1">
              <a:buFont typeface="Wingdings" panose="05000000000000000000" pitchFamily="2" charset="2"/>
              <a:buNone/>
            </a:pPr>
            <a:r>
              <a:rPr lang="en-US" altLang="ko-KR" sz="1100" b="0" kern="0" smtClean="0"/>
              <a:t>2019. 01</a:t>
            </a:r>
            <a:endParaRPr lang="en-US" altLang="ko-KR" sz="1100" b="0" kern="0" dirty="0"/>
          </a:p>
        </p:txBody>
      </p:sp>
    </p:spTree>
    <p:extLst>
      <p:ext uri="{BB962C8B-B14F-4D97-AF65-F5344CB8AC3E}">
        <p14:creationId xmlns:p14="http://schemas.microsoft.com/office/powerpoint/2010/main" val="600710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50" y="142241"/>
            <a:ext cx="1642809" cy="356869"/>
          </a:xfrm>
        </p:spPr>
        <p:txBody>
          <a:bodyPr/>
          <a:lstStyle/>
          <a:p>
            <a:r>
              <a:rPr lang="ko-KR" altLang="en-US" dirty="0"/>
              <a:t>문서 개정 이력</a:t>
            </a:r>
          </a:p>
        </p:txBody>
      </p:sp>
      <p:graphicFrame>
        <p:nvGraphicFramePr>
          <p:cNvPr id="4" name="Group 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8476639"/>
              </p:ext>
            </p:extLst>
          </p:nvPr>
        </p:nvGraphicFramePr>
        <p:xfrm>
          <a:off x="384175" y="849313"/>
          <a:ext cx="9137650" cy="3549652"/>
        </p:xfrm>
        <a:graphic>
          <a:graphicData uri="http://schemas.openxmlformats.org/drawingml/2006/table">
            <a:tbl>
              <a:tblPr/>
              <a:tblGrid>
                <a:gridCol w="1186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6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6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86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7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580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52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일자</a:t>
                      </a: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적요</a:t>
                      </a: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검토자</a:t>
                      </a: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승인자</a:t>
                      </a: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6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2019.01.04</a:t>
                      </a: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초안 작성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가온아이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2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86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52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86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52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863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5275"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endParaRPr kumimoji="1" lang="en-US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  <a:defRPr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100000"/>
                        <a:buFont typeface="Arial" charset="0"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5998" marR="35998" marT="36000" marB="36000" horzOverflow="overflow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093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19"/>
          <p:cNvSpPr>
            <a:spLocks noGrp="1"/>
          </p:cNvSpPr>
          <p:nvPr>
            <p:ph type="title"/>
          </p:nvPr>
        </p:nvSpPr>
        <p:spPr>
          <a:xfrm>
            <a:off x="273050" y="142241"/>
            <a:ext cx="626505" cy="356869"/>
          </a:xfrm>
        </p:spPr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91" name="Text Box 10"/>
          <p:cNvSpPr txBox="1">
            <a:spLocks noChangeArrowheads="1"/>
          </p:cNvSpPr>
          <p:nvPr/>
        </p:nvSpPr>
        <p:spPr bwMode="auto">
          <a:xfrm>
            <a:off x="432000" y="908720"/>
            <a:ext cx="315913" cy="34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lIns="94323" tIns="47169" rIns="94323" bIns="47169" anchor="ctr">
            <a:spAutoFit/>
          </a:bodyPr>
          <a:lstStyle>
            <a:lvl1pPr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Font typeface="Wingdings" panose="05000000000000000000" pitchFamily="2" charset="2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742950" indent="-28575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Font typeface="맑은 고딕" panose="020B0503020000020004" pitchFamily="50" charset="-127"/>
              <a:buChar char="–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11430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Font typeface="Wingdings" panose="05000000000000000000" pitchFamily="2" charset="2"/>
              <a:buChar char="Ø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6002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20574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25146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  <a:lvl7pPr marL="29718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7pPr>
            <a:lvl8pPr marL="34290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8pPr>
            <a:lvl9pPr marL="38862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600" b="0" smtClean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rPr>
              <a:t>1</a:t>
            </a:r>
            <a:endParaRPr lang="en-US" altLang="ko-KR" sz="1600" b="0" dirty="0">
              <a:solidFill>
                <a:srgbClr val="0051A6"/>
              </a:solidFill>
              <a:latin typeface="나눔고딕 Bold" pitchFamily="50" charset="-127"/>
              <a:ea typeface="나눔고딕 Bold" pitchFamily="50" charset="-127"/>
            </a:endParaRPr>
          </a:p>
        </p:txBody>
      </p:sp>
      <p:grpSp>
        <p:nvGrpSpPr>
          <p:cNvPr id="92" name="Group 9"/>
          <p:cNvGrpSpPr>
            <a:grpSpLocks/>
          </p:cNvGrpSpPr>
          <p:nvPr/>
        </p:nvGrpSpPr>
        <p:grpSpPr bwMode="auto">
          <a:xfrm>
            <a:off x="432000" y="1946792"/>
            <a:ext cx="1239840" cy="361951"/>
            <a:chOff x="747" y="1593"/>
            <a:chExt cx="781" cy="228"/>
          </a:xfrm>
        </p:grpSpPr>
        <p:sp>
          <p:nvSpPr>
            <p:cNvPr id="93" name="Text Box 10"/>
            <p:cNvSpPr txBox="1">
              <a:spLocks noChangeArrowheads="1"/>
            </p:cNvSpPr>
            <p:nvPr/>
          </p:nvSpPr>
          <p:spPr bwMode="auto">
            <a:xfrm>
              <a:off x="747" y="1593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3	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94" name="Text Box 11"/>
            <p:cNvSpPr txBox="1">
              <a:spLocks noChangeArrowheads="1"/>
            </p:cNvSpPr>
            <p:nvPr/>
          </p:nvSpPr>
          <p:spPr bwMode="auto">
            <a:xfrm>
              <a:off x="847" y="1606"/>
              <a:ext cx="681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ko-KR" altLang="en-US" sz="1600" b="0" dirty="0" smtClean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</a:t>
              </a:r>
              <a:r>
                <a:rPr lang="ko-KR" altLang="en-US" sz="1600" b="0" dirty="0" err="1" smtClean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양식작성</a:t>
              </a:r>
              <a:endParaRPr lang="ko-KR" altLang="en-US" sz="1600" b="0" dirty="0">
                <a:solidFill>
                  <a:srgbClr val="4D4D4D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endParaRPr>
            </a:p>
          </p:txBody>
        </p:sp>
      </p:grpSp>
      <p:grpSp>
        <p:nvGrpSpPr>
          <p:cNvPr id="95" name="Group 9"/>
          <p:cNvGrpSpPr>
            <a:grpSpLocks/>
          </p:cNvGrpSpPr>
          <p:nvPr/>
        </p:nvGrpSpPr>
        <p:grpSpPr bwMode="auto">
          <a:xfrm>
            <a:off x="431999" y="2486538"/>
            <a:ext cx="1998666" cy="365125"/>
            <a:chOff x="746" y="1592"/>
            <a:chExt cx="1259" cy="230"/>
          </a:xfrm>
        </p:grpSpPr>
        <p:sp>
          <p:nvSpPr>
            <p:cNvPr id="96" name="Text Box 10"/>
            <p:cNvSpPr txBox="1">
              <a:spLocks noChangeArrowheads="1"/>
            </p:cNvSpPr>
            <p:nvPr/>
          </p:nvSpPr>
          <p:spPr bwMode="auto">
            <a:xfrm>
              <a:off x="746" y="1592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4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97" name="Text Box 11"/>
            <p:cNvSpPr txBox="1">
              <a:spLocks noChangeArrowheads="1"/>
            </p:cNvSpPr>
            <p:nvPr/>
          </p:nvSpPr>
          <p:spPr bwMode="auto">
            <a:xfrm>
              <a:off x="847" y="1607"/>
              <a:ext cx="115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ko-KR" altLang="en-US" sz="1600" b="0" dirty="0" smtClean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속성 정보 리스트</a:t>
              </a:r>
              <a:endParaRPr lang="ko-KR" altLang="en-US" sz="1600" b="0" dirty="0">
                <a:solidFill>
                  <a:srgbClr val="4D4D4D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endParaRPr>
            </a:p>
          </p:txBody>
        </p:sp>
      </p:grpSp>
      <p:grpSp>
        <p:nvGrpSpPr>
          <p:cNvPr id="98" name="Group 9"/>
          <p:cNvGrpSpPr>
            <a:grpSpLocks/>
          </p:cNvGrpSpPr>
          <p:nvPr/>
        </p:nvGrpSpPr>
        <p:grpSpPr bwMode="auto">
          <a:xfrm>
            <a:off x="432000" y="3043747"/>
            <a:ext cx="4340226" cy="349249"/>
            <a:chOff x="747" y="1601"/>
            <a:chExt cx="2734" cy="220"/>
          </a:xfrm>
        </p:grpSpPr>
        <p:sp>
          <p:nvSpPr>
            <p:cNvPr id="99" name="Text Box 10"/>
            <p:cNvSpPr txBox="1">
              <a:spLocks noChangeArrowheads="1"/>
            </p:cNvSpPr>
            <p:nvPr/>
          </p:nvSpPr>
          <p:spPr bwMode="auto">
            <a:xfrm>
              <a:off x="747" y="1601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5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100" name="Text Box 11"/>
            <p:cNvSpPr txBox="1">
              <a:spLocks noChangeArrowheads="1"/>
            </p:cNvSpPr>
            <p:nvPr/>
          </p:nvSpPr>
          <p:spPr bwMode="auto">
            <a:xfrm>
              <a:off x="847" y="1606"/>
              <a:ext cx="263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문서 정보</a:t>
              </a:r>
              <a:r>
                <a:rPr lang="en-US" altLang="ko-KR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, </a:t>
              </a: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기안 부서 정보</a:t>
              </a:r>
              <a:r>
                <a:rPr lang="en-US" altLang="ko-KR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, </a:t>
              </a: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수신 정보 설정</a:t>
              </a:r>
            </a:p>
          </p:txBody>
        </p:sp>
      </p:grpSp>
      <p:sp>
        <p:nvSpPr>
          <p:cNvPr id="104" name="Text Box 11"/>
          <p:cNvSpPr txBox="1">
            <a:spLocks noChangeArrowheads="1"/>
          </p:cNvSpPr>
          <p:nvPr/>
        </p:nvSpPr>
        <p:spPr bwMode="auto">
          <a:xfrm>
            <a:off x="432000" y="935140"/>
            <a:ext cx="1222822" cy="34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lIns="94323" tIns="47169" rIns="94323" bIns="47169" anchor="ctr">
            <a:spAutoFit/>
          </a:bodyPr>
          <a:lstStyle>
            <a:lvl1pPr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Font typeface="Wingdings" panose="05000000000000000000" pitchFamily="2" charset="2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742950" indent="-28575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Font typeface="맑은 고딕" panose="020B0503020000020004" pitchFamily="50" charset="-127"/>
              <a:buChar char="–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11430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Font typeface="Wingdings" panose="05000000000000000000" pitchFamily="2" charset="2"/>
              <a:buChar char="Ø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6002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20574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25146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  <a:lvl7pPr marL="29718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7pPr>
            <a:lvl8pPr marL="34290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8pPr>
            <a:lvl9pPr marL="38862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ko-KR" altLang="en-US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1600" b="0" dirty="0" smtClean="0">
                <a:solidFill>
                  <a:srgbClr val="4D4D4D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 </a:t>
            </a:r>
            <a:r>
              <a:rPr lang="ko-KR" altLang="en-US" sz="1600" b="0" dirty="0" err="1" smtClean="0">
                <a:solidFill>
                  <a:srgbClr val="4D4D4D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양식등록</a:t>
            </a:r>
            <a:endParaRPr lang="ko-KR" altLang="en-US" sz="1600" b="0" dirty="0">
              <a:solidFill>
                <a:srgbClr val="4D4D4D"/>
              </a:solidFill>
              <a:latin typeface="나눔고딕OTF" panose="020D0604000000000000" pitchFamily="34" charset="-127"/>
              <a:ea typeface="나눔고딕OTF" panose="020D0604000000000000" pitchFamily="34" charset="-127"/>
            </a:endParaRPr>
          </a:p>
        </p:txBody>
      </p:sp>
      <p:sp>
        <p:nvSpPr>
          <p:cNvPr id="65" name="Text Box 10"/>
          <p:cNvSpPr txBox="1">
            <a:spLocks noChangeArrowheads="1"/>
          </p:cNvSpPr>
          <p:nvPr/>
        </p:nvSpPr>
        <p:spPr bwMode="auto">
          <a:xfrm>
            <a:off x="432000" y="1412776"/>
            <a:ext cx="291478" cy="34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lIns="94323" tIns="47169" rIns="94323" bIns="47169" anchor="ctr">
            <a:spAutoFit/>
          </a:bodyPr>
          <a:lstStyle>
            <a:lvl1pPr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Font typeface="Wingdings" panose="05000000000000000000" pitchFamily="2" charset="2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742950" indent="-28575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Font typeface="맑은 고딕" panose="020B0503020000020004" pitchFamily="50" charset="-127"/>
              <a:buChar char="–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11430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Font typeface="Wingdings" panose="05000000000000000000" pitchFamily="2" charset="2"/>
              <a:buChar char="Ø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6002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20574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25146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  <a:lvl7pPr marL="29718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7pPr>
            <a:lvl8pPr marL="34290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8pPr>
            <a:lvl9pPr marL="38862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rPr>
              <a:t>2</a:t>
            </a:r>
          </a:p>
        </p:txBody>
      </p:sp>
      <p:sp>
        <p:nvSpPr>
          <p:cNvPr id="66" name="Text Box 11"/>
          <p:cNvSpPr txBox="1">
            <a:spLocks noChangeArrowheads="1"/>
          </p:cNvSpPr>
          <p:nvPr/>
        </p:nvSpPr>
        <p:spPr bwMode="auto">
          <a:xfrm>
            <a:off x="432000" y="1439280"/>
            <a:ext cx="2184624" cy="341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lIns="94323" tIns="47169" rIns="94323" bIns="47169" anchor="ctr">
            <a:spAutoFit/>
          </a:bodyPr>
          <a:lstStyle>
            <a:lvl1pPr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Font typeface="Wingdings" panose="05000000000000000000" pitchFamily="2" charset="2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marL="742950" indent="-28575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Font typeface="맑은 고딕" panose="020B0503020000020004" pitchFamily="50" charset="-127"/>
              <a:buChar char="–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2pPr>
            <a:lvl3pPr marL="11430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Font typeface="Wingdings" panose="05000000000000000000" pitchFamily="2" charset="2"/>
              <a:buChar char="Ø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3pPr>
            <a:lvl4pPr marL="16002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4pPr>
            <a:lvl5pPr marL="2057400" indent="-228600" algn="just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5pPr>
            <a:lvl6pPr marL="25146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6pPr>
            <a:lvl7pPr marL="29718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7pPr>
            <a:lvl8pPr marL="34290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8pPr>
            <a:lvl9pPr marL="3886200" indent="-228600" algn="just" eaLnBrk="0" fontAlgn="base" hangingPunct="0">
              <a:lnSpc>
                <a:spcPct val="105000"/>
              </a:lnSpc>
              <a:spcBef>
                <a:spcPct val="15000"/>
              </a:spcBef>
              <a:spcAft>
                <a:spcPct val="30000"/>
              </a:spcAft>
              <a:buClr>
                <a:srgbClr val="4D4D4D"/>
              </a:buClr>
              <a:buSzPct val="50000"/>
              <a:buChar char="•"/>
              <a:defRPr kumimoji="1" sz="120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9pPr>
          </a:lstStyle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/>
            </a:pPr>
            <a:r>
              <a:rPr lang="ko-KR" altLang="en-US" sz="1600" b="0" dirty="0">
                <a:solidFill>
                  <a:schemeClr val="bg2">
                    <a:lumMod val="60000"/>
                    <a:lumOff val="40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1600" b="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</a:t>
            </a:r>
            <a:r>
              <a:rPr lang="ko-KR" altLang="en-US" sz="1600" b="0" dirty="0">
                <a:solidFill>
                  <a:srgbClr val="4D4D4D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rPr>
              <a:t> 양식 기본정보 설정</a:t>
            </a:r>
          </a:p>
        </p:txBody>
      </p:sp>
      <p:grpSp>
        <p:nvGrpSpPr>
          <p:cNvPr id="16" name="Group 9"/>
          <p:cNvGrpSpPr>
            <a:grpSpLocks/>
          </p:cNvGrpSpPr>
          <p:nvPr/>
        </p:nvGrpSpPr>
        <p:grpSpPr bwMode="auto">
          <a:xfrm>
            <a:off x="432000" y="3573016"/>
            <a:ext cx="3787776" cy="349249"/>
            <a:chOff x="747" y="1601"/>
            <a:chExt cx="2386" cy="220"/>
          </a:xfrm>
        </p:grpSpPr>
        <p:sp>
          <p:nvSpPr>
            <p:cNvPr id="17" name="Text Box 10"/>
            <p:cNvSpPr txBox="1">
              <a:spLocks noChangeArrowheads="1"/>
            </p:cNvSpPr>
            <p:nvPr/>
          </p:nvSpPr>
          <p:spPr bwMode="auto">
            <a:xfrm>
              <a:off x="747" y="1601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6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18" name="Text Box 11"/>
            <p:cNvSpPr txBox="1">
              <a:spLocks noChangeArrowheads="1"/>
            </p:cNvSpPr>
            <p:nvPr/>
          </p:nvSpPr>
          <p:spPr bwMode="auto">
            <a:xfrm>
              <a:off x="847" y="1606"/>
              <a:ext cx="228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ko-KR" altLang="en-US" sz="1600" b="0" dirty="0" smtClean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</a:t>
              </a: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기안 결재</a:t>
              </a:r>
              <a:r>
                <a:rPr lang="en-US" altLang="ko-KR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, </a:t>
              </a: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수신 결재 사인 정보 설정</a:t>
              </a:r>
            </a:p>
          </p:txBody>
        </p:sp>
      </p:grpSp>
      <p:grpSp>
        <p:nvGrpSpPr>
          <p:cNvPr id="19" name="Group 9"/>
          <p:cNvGrpSpPr>
            <a:grpSpLocks/>
          </p:cNvGrpSpPr>
          <p:nvPr/>
        </p:nvGrpSpPr>
        <p:grpSpPr bwMode="auto">
          <a:xfrm>
            <a:off x="425122" y="4149080"/>
            <a:ext cx="1792288" cy="349249"/>
            <a:chOff x="747" y="1601"/>
            <a:chExt cx="1129" cy="220"/>
          </a:xfrm>
        </p:grpSpPr>
        <p:sp>
          <p:nvSpPr>
            <p:cNvPr id="21" name="Text Box 10"/>
            <p:cNvSpPr txBox="1">
              <a:spLocks noChangeArrowheads="1"/>
            </p:cNvSpPr>
            <p:nvPr/>
          </p:nvSpPr>
          <p:spPr bwMode="auto">
            <a:xfrm>
              <a:off x="747" y="1601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7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847" y="1606"/>
              <a:ext cx="1029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속성 정보 확인</a:t>
              </a:r>
            </a:p>
          </p:txBody>
        </p:sp>
      </p:grpSp>
      <p:grpSp>
        <p:nvGrpSpPr>
          <p:cNvPr id="23" name="Group 9"/>
          <p:cNvGrpSpPr>
            <a:grpSpLocks/>
          </p:cNvGrpSpPr>
          <p:nvPr/>
        </p:nvGrpSpPr>
        <p:grpSpPr bwMode="auto">
          <a:xfrm>
            <a:off x="423374" y="4698431"/>
            <a:ext cx="2273301" cy="349249"/>
            <a:chOff x="747" y="1601"/>
            <a:chExt cx="1432" cy="220"/>
          </a:xfrm>
        </p:grpSpPr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747" y="1601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8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25" name="Text Box 11"/>
            <p:cNvSpPr txBox="1">
              <a:spLocks noChangeArrowheads="1"/>
            </p:cNvSpPr>
            <p:nvPr/>
          </p:nvSpPr>
          <p:spPr bwMode="auto">
            <a:xfrm>
              <a:off x="847" y="1606"/>
              <a:ext cx="1332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필수 입력 필드 설정</a:t>
              </a:r>
            </a:p>
          </p:txBody>
        </p:sp>
      </p:grpSp>
      <p:grpSp>
        <p:nvGrpSpPr>
          <p:cNvPr id="26" name="Group 9"/>
          <p:cNvGrpSpPr>
            <a:grpSpLocks/>
          </p:cNvGrpSpPr>
          <p:nvPr/>
        </p:nvGrpSpPr>
        <p:grpSpPr bwMode="auto">
          <a:xfrm>
            <a:off x="432000" y="5251614"/>
            <a:ext cx="1997077" cy="347661"/>
            <a:chOff x="747" y="1601"/>
            <a:chExt cx="1258" cy="219"/>
          </a:xfrm>
        </p:grpSpPr>
        <p:sp>
          <p:nvSpPr>
            <p:cNvPr id="27" name="Text Box 10"/>
            <p:cNvSpPr txBox="1">
              <a:spLocks noChangeArrowheads="1"/>
            </p:cNvSpPr>
            <p:nvPr/>
          </p:nvSpPr>
          <p:spPr bwMode="auto">
            <a:xfrm>
              <a:off x="747" y="1601"/>
              <a:ext cx="184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dirty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9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28" name="Text Box 11"/>
            <p:cNvSpPr txBox="1">
              <a:spLocks noChangeArrowheads="1"/>
            </p:cNvSpPr>
            <p:nvPr/>
          </p:nvSpPr>
          <p:spPr bwMode="auto">
            <a:xfrm>
              <a:off x="847" y="1605"/>
              <a:ext cx="1158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ko-KR" altLang="en-US" sz="1600" b="0" dirty="0" smtClean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</a:t>
              </a: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고정 수신처 </a:t>
              </a:r>
              <a:r>
                <a:rPr lang="ko-KR" altLang="en-US" sz="1600" b="0" dirty="0" smtClean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설정</a:t>
              </a:r>
              <a:endParaRPr lang="ko-KR" altLang="en-US" sz="1600" b="0" dirty="0">
                <a:solidFill>
                  <a:srgbClr val="4D4D4D"/>
                </a:solidFill>
                <a:latin typeface="나눔고딕OTF" panose="020D0604000000000000" pitchFamily="34" charset="-127"/>
                <a:ea typeface="나눔고딕OTF" panose="020D0604000000000000" pitchFamily="34" charset="-127"/>
              </a:endParaRPr>
            </a:p>
          </p:txBody>
        </p:sp>
      </p:grpSp>
      <p:grpSp>
        <p:nvGrpSpPr>
          <p:cNvPr id="29" name="Group 9"/>
          <p:cNvGrpSpPr>
            <a:grpSpLocks/>
          </p:cNvGrpSpPr>
          <p:nvPr/>
        </p:nvGrpSpPr>
        <p:grpSpPr bwMode="auto">
          <a:xfrm>
            <a:off x="386568" y="5780051"/>
            <a:ext cx="1362076" cy="349249"/>
            <a:chOff x="715" y="1601"/>
            <a:chExt cx="858" cy="220"/>
          </a:xfrm>
        </p:grpSpPr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715" y="1601"/>
              <a:ext cx="247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r>
                <a:rPr lang="en-US" altLang="ko-KR" sz="1600" b="0" smtClean="0">
                  <a:solidFill>
                    <a:srgbClr val="0051A6"/>
                  </a:solidFill>
                  <a:latin typeface="나눔고딕 Bold" pitchFamily="50" charset="-127"/>
                  <a:ea typeface="나눔고딕 Bold" pitchFamily="50" charset="-127"/>
                </a:rPr>
                <a:t>10</a:t>
              </a:r>
              <a:endParaRPr lang="en-US" altLang="ko-KR" sz="1600" b="0" dirty="0">
                <a:solidFill>
                  <a:srgbClr val="0051A6"/>
                </a:solidFill>
                <a:latin typeface="나눔고딕 Bold" pitchFamily="50" charset="-127"/>
                <a:ea typeface="나눔고딕 Bold" pitchFamily="50" charset="-127"/>
              </a:endParaRPr>
            </a:p>
          </p:txBody>
        </p:sp>
        <p:sp>
          <p:nvSpPr>
            <p:cNvPr id="31" name="Text Box 11"/>
            <p:cNvSpPr txBox="1">
              <a:spLocks noChangeArrowheads="1"/>
            </p:cNvSpPr>
            <p:nvPr/>
          </p:nvSpPr>
          <p:spPr bwMode="auto">
            <a:xfrm>
              <a:off x="847" y="1606"/>
              <a:ext cx="726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 type="none" w="sm" len="med"/>
                </a14:hiddenLine>
              </a:ext>
            </a:extLst>
          </p:spPr>
          <p:txBody>
            <a:bodyPr wrap="none" lIns="94323" tIns="47169" rIns="94323" bIns="47169" anchor="ctr">
              <a:spAutoFit/>
            </a:bodyPr>
            <a:lstStyle>
              <a:lvl1pPr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Font typeface="Wingdings" panose="05000000000000000000" pitchFamily="2" charset="2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1pPr>
              <a:lvl2pPr marL="742950" indent="-28575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Font typeface="맑은 고딕" panose="020B0503020000020004" pitchFamily="50" charset="-127"/>
                <a:buChar char="–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2pPr>
              <a:lvl3pPr marL="11430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Font typeface="Wingdings" panose="05000000000000000000" pitchFamily="2" charset="2"/>
                <a:buChar char="Ø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3pPr>
              <a:lvl4pPr marL="16002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4pPr>
              <a:lvl5pPr marL="2057400" indent="-228600" algn="just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5pPr>
              <a:lvl6pPr marL="25146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6pPr>
              <a:lvl7pPr marL="29718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7pPr>
              <a:lvl8pPr marL="34290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8pPr>
              <a:lvl9pPr marL="3886200" indent="-228600" algn="just" eaLnBrk="0" fontAlgn="base" hangingPunct="0">
                <a:lnSpc>
                  <a:spcPct val="105000"/>
                </a:lnSpc>
                <a:spcBef>
                  <a:spcPct val="15000"/>
                </a:spcBef>
                <a:spcAft>
                  <a:spcPct val="30000"/>
                </a:spcAft>
                <a:buClr>
                  <a:srgbClr val="4D4D4D"/>
                </a:buClr>
                <a:buSzPct val="50000"/>
                <a:buChar char="•"/>
                <a:defRPr kumimoji="1" sz="1200">
                  <a:solidFill>
                    <a:srgbClr val="00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defRPr>
              </a:lvl9pPr>
            </a:lstStyle>
            <a:p>
              <a:pPr algn="l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ko-KR" altLang="en-US" sz="1600" b="0" dirty="0">
                  <a:solidFill>
                    <a:srgbClr val="4D4D4D"/>
                  </a:solidFill>
                  <a:latin typeface="나눔고딕OTF" panose="020D0604000000000000" pitchFamily="34" charset="-127"/>
                  <a:ea typeface="나눔고딕OTF" panose="020D0604000000000000" pitchFamily="34" charset="-127"/>
                </a:rPr>
                <a:t> 양식 저장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9140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양식등록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73080" y="943887"/>
            <a:ext cx="430598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양식등록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양식관리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화면에서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양식추가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버튼을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0" y="1058538"/>
            <a:ext cx="5471240" cy="293683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529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양식등록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73080" y="943887"/>
            <a:ext cx="261962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arenR" startAt="2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양식등록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 startAt="2"/>
            </a:pP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양식등록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화면이 나타난다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0" y="1063853"/>
            <a:ext cx="5471240" cy="43946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0525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17293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기본정보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양식의 일본어와 영어 이름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양식에 대한 설명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</a:t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양식의 종류를 설정할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기본정보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4" y="1051826"/>
            <a:ext cx="5475015" cy="44292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315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3685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자동분류코드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양식으로 기안 시 분류 코드가 자동으로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지정되도록 설정할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자동분류코드 설정 체크박스를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분류 코드를 설정할 수 있는 팝업 창이 표출된다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기본정보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" y="1054147"/>
            <a:ext cx="5470305" cy="43991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735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2919389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자동분류코드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설정할 분류함을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설정할 분류 코드를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확인 버튼을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기본정보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" y="1054147"/>
            <a:ext cx="5470306" cy="439810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타원 6"/>
          <p:cNvSpPr/>
          <p:nvPr/>
        </p:nvSpPr>
        <p:spPr bwMode="auto">
          <a:xfrm>
            <a:off x="1771302" y="3248980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2671402" y="3356992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3368824" y="4888039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3109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232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자동분류코드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분류 코드가 설정되어 있는 것을 확인할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기본정보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" y="1054147"/>
            <a:ext cx="5470306" cy="20331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09886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양식작성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73080" y="943887"/>
            <a:ext cx="40174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arenR" startAt="2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작성기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 startAt="2"/>
            </a:pP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양식작성기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탭을 클릭하여 양식 작성 화면을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호출한다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0" y="1058538"/>
            <a:ext cx="5471240" cy="44040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78365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73081" y="943887"/>
            <a:ext cx="42329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 startAt="3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에디터를 이용한 양식 작성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 startAt="3"/>
            </a:pP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에디터의 다양한 기능을 이용하여 양식을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작성할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에디터의 기능 설명은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https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://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  <a:hlinkClick r:id="rId2"/>
              </a:rPr>
              <a:t>ckeditor.com/docs/ckeditor4/latest/guide/dev_features.html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확인하실 수 있습니다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840" y="1058538"/>
            <a:ext cx="5471240" cy="43998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양식작성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746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73080" y="943887"/>
            <a:ext cx="404790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arenR" startAt="4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HTML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을 이용한 양식 작성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 startAt="4"/>
            </a:pP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소스 버튼을 클릭하여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HTML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태그 및 속성을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직접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입력하여 양식을 작성할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노트패드 등과 같은 외부 에디터에서 작성한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소스를 붙여 넣어줄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40" y="1058538"/>
            <a:ext cx="5471240" cy="43988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양식작성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1592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정보 리스트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756" y="728700"/>
            <a:ext cx="11961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문서 정보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267" y="1036477"/>
            <a:ext cx="5717033" cy="533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280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210" y="1264815"/>
            <a:ext cx="6619875" cy="4781550"/>
          </a:xfrm>
          <a:prstGeom prst="rect">
            <a:avLst/>
          </a:prstGeom>
        </p:spPr>
      </p:pic>
      <p:sp>
        <p:nvSpPr>
          <p:cNvPr id="2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정보 리스트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756" y="728700"/>
            <a:ext cx="23823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기안부서정보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 정보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1338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정보 리스트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4756" y="728700"/>
            <a:ext cx="37721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 결재 사인 정보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 결재 사인 정보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055" y="1036476"/>
            <a:ext cx="5702704" cy="530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350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73080" y="943887"/>
            <a:ext cx="383310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제목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작성기에서 제목으로 설정하고 싶은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영역을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오른쪽 문서 정보의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제목을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아래의 적용 버튼을 눌러 적용시킨다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3362" y="2952943"/>
            <a:ext cx="3779510" cy="17001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103919" y="4789147"/>
            <a:ext cx="36375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ea"/>
              <a:buAutoNum type="circleNumDbPlain" startAt="4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영역이 설정되었음을 나타내준다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9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문서정보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기안부서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수신정보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7" y="1050015"/>
            <a:ext cx="5475013" cy="44242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타원 9"/>
          <p:cNvSpPr/>
          <p:nvPr/>
        </p:nvSpPr>
        <p:spPr bwMode="auto">
          <a:xfrm>
            <a:off x="812540" y="2096852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 bwMode="auto">
          <a:xfrm>
            <a:off x="4196916" y="1700808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 bwMode="auto">
          <a:xfrm>
            <a:off x="5097016" y="5122553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6501172" y="3618524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7514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00141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그 외의 정보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제목 설정과 마찬가지의 방법으로 설정한다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제목과 본문 설정은 필수로 해주어야 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6" y="1051827"/>
            <a:ext cx="5475014" cy="46077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문서정보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기안부서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수신정보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899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017446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문서번호 포맷 지정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문서번호는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영역 설정 후 포맷을 지정해야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예약어는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@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로 시작해야 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예약어의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종류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dp,DP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부서 이름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YY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년도 네 자리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(ex:2018)</a:t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yy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년도 두 자리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(ex:18)</a:t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MM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해당월 두 자리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(ex:03)</a:t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mm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해당월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(ex:3)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en-US" altLang="ko-KR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NN,nn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문서번호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- YM 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날짜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(ex:180302)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예약어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앞에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양식의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이름이나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약어를 설정할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/>
          <p:cNvSpPr/>
          <p:nvPr/>
        </p:nvSpPr>
        <p:spPr bwMode="auto">
          <a:xfrm>
            <a:off x="3584848" y="4149080"/>
            <a:ext cx="720080" cy="144016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7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문서정보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기안부서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정보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수신정보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6" y="1052626"/>
            <a:ext cx="5476417" cy="43925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3420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6" y="1046242"/>
            <a:ext cx="5475014" cy="44292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673080" y="943887"/>
            <a:ext cx="4059125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결재사인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적용할 영역을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기안결재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사인정보의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결재사인을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속성값에 결재 순번을 입력한다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적용 버튼을 클릭하여 설정한다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기안결재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수신결재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사인정보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 bwMode="auto">
          <a:xfrm>
            <a:off x="3679514" y="2358742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 bwMode="auto">
          <a:xfrm>
            <a:off x="4232920" y="2043723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4498294" y="4977172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5061012" y="5121188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96" y="2758006"/>
            <a:ext cx="3285993" cy="128306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922196" y="4129335"/>
            <a:ext cx="3855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ea"/>
              <a:buAutoNum type="circleNumDbPlain" startAt="5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영역에 적용이 되었음을 나타내준다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17" name="타원 16"/>
          <p:cNvSpPr/>
          <p:nvPr/>
        </p:nvSpPr>
        <p:spPr bwMode="auto">
          <a:xfrm>
            <a:off x="8733420" y="3175688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528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3954929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2)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그 외의 정보 설정</a:t>
            </a: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결재사인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설정과 마찬가지의 방법으로 설정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속성값을 순서에 맞게 입력해주어야 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42" y="1051825"/>
            <a:ext cx="5473038" cy="44276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기안결재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수신결재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b="0" kern="0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사인정보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4375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359425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정보 확인</a:t>
            </a:r>
            <a:endParaRPr lang="ko-KR" altLang="en-US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속성을 확인할 영역을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영역의 속성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ID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를 확인할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 정보 확인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42" y="1054916"/>
            <a:ext cx="5473037" cy="44276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타원 6"/>
          <p:cNvSpPr/>
          <p:nvPr/>
        </p:nvSpPr>
        <p:spPr bwMode="auto">
          <a:xfrm>
            <a:off x="740532" y="3392996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4448944" y="4581128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804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001416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소스보기 모드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소스를 클릭하여 소스보기 모드를 실행한다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필수 입력 필드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6" y="1051826"/>
            <a:ext cx="5475013" cy="426565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1275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1" y="943887"/>
            <a:ext cx="4232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필수 입력 필드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필수 입력 필드로 설정할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td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태그를 찾는다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태그의 속성으로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must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속성을 추가한다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must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속성의 값으로 미 입력 시 경고 창에 표시할 내용을 입력해준다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필수 입력 필드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621" y="2672916"/>
            <a:ext cx="3981993" cy="2757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898663" y="5517232"/>
            <a:ext cx="4007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기안 상신 시 해당 영역 미 입력 시 경고 창이 표출되는 것을 확인할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" name="직사각형 2"/>
          <p:cNvSpPr/>
          <p:nvPr/>
        </p:nvSpPr>
        <p:spPr bwMode="auto">
          <a:xfrm>
            <a:off x="1172580" y="3789040"/>
            <a:ext cx="2556284" cy="28803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50" y="1045971"/>
            <a:ext cx="5478930" cy="44274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타원 8"/>
          <p:cNvSpPr/>
          <p:nvPr/>
        </p:nvSpPr>
        <p:spPr bwMode="auto">
          <a:xfrm>
            <a:off x="1015218" y="3447879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 bwMode="auto">
          <a:xfrm>
            <a:off x="1496616" y="3375871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 bwMode="auto">
          <a:xfrm>
            <a:off x="1663290" y="3375871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7881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23292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고정 수신처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해당 양식으로 기안 시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수신처가 자동으로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지정되도록 설정할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고정 수신처 탭을 클릭한다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고정 수신처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" y="1054968"/>
            <a:ext cx="5470306" cy="43939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64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2329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고정 수신처 설정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부서를 선택할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에서 사원을 선택할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선택된 부서를 목록에 추가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&lt;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선택된 부서를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목록에서 제거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&gt;&gt;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선택된 부서와 그 하위 부서를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모두 목록에 추가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&lt;&lt;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목록의 모든 부서를 제거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의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&gt;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버튼 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선택된 사원을 목록에 추가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고정 수신처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" y="1054968"/>
            <a:ext cx="5470306" cy="43991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타원 6"/>
          <p:cNvSpPr/>
          <p:nvPr/>
        </p:nvSpPr>
        <p:spPr bwMode="auto">
          <a:xfrm>
            <a:off x="2180692" y="1931866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타원 7"/>
          <p:cNvSpPr/>
          <p:nvPr/>
        </p:nvSpPr>
        <p:spPr bwMode="auto">
          <a:xfrm>
            <a:off x="2180692" y="3915931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2468724" y="2439767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 bwMode="auto">
          <a:xfrm>
            <a:off x="2455378" y="4816031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타원 11"/>
          <p:cNvSpPr/>
          <p:nvPr/>
        </p:nvSpPr>
        <p:spPr bwMode="auto">
          <a:xfrm>
            <a:off x="6012000" y="1448780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타원 12"/>
          <p:cNvSpPr/>
          <p:nvPr/>
        </p:nvSpPr>
        <p:spPr bwMode="auto">
          <a:xfrm>
            <a:off x="6012000" y="1656305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타원 13"/>
          <p:cNvSpPr/>
          <p:nvPr/>
        </p:nvSpPr>
        <p:spPr bwMode="auto">
          <a:xfrm>
            <a:off x="6012000" y="1880828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타원 14"/>
          <p:cNvSpPr/>
          <p:nvPr/>
        </p:nvSpPr>
        <p:spPr bwMode="auto">
          <a:xfrm>
            <a:off x="6012000" y="2079600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타원 15"/>
          <p:cNvSpPr/>
          <p:nvPr/>
        </p:nvSpPr>
        <p:spPr bwMode="auto">
          <a:xfrm>
            <a:off x="6012000" y="2304250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/>
          <p:cNvSpPr/>
          <p:nvPr/>
        </p:nvSpPr>
        <p:spPr bwMode="auto">
          <a:xfrm>
            <a:off x="6012000" y="2727799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/>
          <p:cNvSpPr/>
          <p:nvPr/>
        </p:nvSpPr>
        <p:spPr bwMode="auto">
          <a:xfrm>
            <a:off x="6012000" y="2943823"/>
            <a:ext cx="193366" cy="161141"/>
          </a:xfrm>
          <a:prstGeom prst="ellipse">
            <a:avLst/>
          </a:prstGeom>
          <a:solidFill>
            <a:srgbClr val="FFC000"/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solidFill>
                  <a:schemeClr val="accent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2128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74" y="1059150"/>
            <a:ext cx="5470306" cy="43939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673080" y="943887"/>
            <a:ext cx="4232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고정 수신처 설정 확인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부서를 수신처에 추가 시 부서명이 목록에 표출되는 것을 확인할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marL="342900" indent="-342900">
              <a:buFont typeface="+mj-ea"/>
              <a:buAutoNum type="circleNumDbPlain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사원을 수신처에 추가 시 부서명과 사원명이 함께 목록에 표출되는 것을 확인할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고정 수신처 설정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/>
          <p:cNvSpPr/>
          <p:nvPr/>
        </p:nvSpPr>
        <p:spPr bwMode="auto">
          <a:xfrm>
            <a:off x="2419374" y="2079727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2432720" y="2511775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51472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673080" y="943887"/>
            <a:ext cx="42329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양식 저장</a:t>
            </a:r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400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설정 및 작성을 끝내고 저장 버튼을 클릭하여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양식을 저장할 수 있다</a:t>
            </a:r>
            <a:r>
              <a:rPr lang="en-US" altLang="ko-KR" sz="140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271463" y="87313"/>
            <a:ext cx="5834062" cy="431800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lang="ko-KR" altLang="en-US" sz="1700" dirty="0" err="1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>
                <a:solidFill>
                  <a:schemeClr val="bg1"/>
                </a:solidFill>
                <a:latin typeface="나눔고딕 Bold" panose="020D0804000000000000" pitchFamily="50" charset="-127"/>
                <a:ea typeface="나눔고딕 Bold" panose="020D0804000000000000" pitchFamily="50" charset="-127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1700" b="1">
                <a:solidFill>
                  <a:srgbClr val="4D4D4D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>
              <a:defRPr/>
            </a:pPr>
            <a:r>
              <a:rPr lang="en-US" altLang="ko-KR" b="0" kern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en-US" altLang="ko-KR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0" kern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양식 저장</a:t>
            </a:r>
            <a:endParaRPr b="0" kern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타원 6"/>
          <p:cNvSpPr/>
          <p:nvPr/>
        </p:nvSpPr>
        <p:spPr bwMode="auto">
          <a:xfrm>
            <a:off x="2419374" y="2079727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smtClean="0">
                <a:ln>
                  <a:noFill/>
                </a:ln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타원 8"/>
          <p:cNvSpPr/>
          <p:nvPr/>
        </p:nvSpPr>
        <p:spPr bwMode="auto">
          <a:xfrm>
            <a:off x="2432720" y="2511775"/>
            <a:ext cx="193366" cy="161141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sm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76" y="1063376"/>
            <a:ext cx="5476404" cy="43988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59775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마스터-A3">
  <a:themeElements>
    <a:clrScheme name="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사용자 지정 1">
      <a:majorFont>
        <a:latin typeface="나눔고딕"/>
        <a:ea typeface="나눔고딕"/>
        <a:cs typeface=""/>
      </a:majorFont>
      <a:minorFont>
        <a:latin typeface="나눔고딕"/>
        <a:ea typeface="나눔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sm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sm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1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마스터-A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-A3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마스터-A3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-A3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-A3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-A3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마스터-A3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A8C6683B3919148964D48182E2C8F05" ma:contentTypeVersion="0" ma:contentTypeDescription="새 문서를 만듭니다." ma:contentTypeScope="" ma:versionID="1b8a915793dec1d9b374db64a5d6c42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8509c16e2068e4d5d0612c501c1975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1AAB09-713A-4539-8F2C-84CDBD25F4A3}">
  <ds:schemaRefs>
    <ds:schemaRef ds:uri="http://purl.org/dc/elements/1.1/"/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E1A6E01-367D-4B73-BF99-69BB38F49D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D19FDA7-FF1F-4C3D-95DF-9FA477D9D6B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10694</TotalTime>
  <Words>618</Words>
  <Application>Microsoft Office PowerPoint</Application>
  <PresentationFormat>A4 용지(210x297mm)</PresentationFormat>
  <Paragraphs>190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7" baseType="lpstr">
      <vt:lpstr>굴림</vt:lpstr>
      <vt:lpstr>나눔고딕</vt:lpstr>
      <vt:lpstr>나눔고딕 Bold</vt:lpstr>
      <vt:lpstr>나눔고딕 ExtraBold</vt:lpstr>
      <vt:lpstr>나눔고딕OTF</vt:lpstr>
      <vt:lpstr>맑은 고딕</vt:lpstr>
      <vt:lpstr>Arial</vt:lpstr>
      <vt:lpstr>Times New Roman</vt:lpstr>
      <vt:lpstr>Wingdings</vt:lpstr>
      <vt:lpstr>마스터-A3</vt:lpstr>
      <vt:lpstr>PowerPoint 프레젠테이션</vt:lpstr>
      <vt:lpstr>문서 개정 이력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코오롱베니트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코오롱베니트 문서 서식</dc:title>
  <dc:creator>기예선</dc:creator>
  <cp:lastModifiedBy>Windows 사용자</cp:lastModifiedBy>
  <cp:revision>1389</cp:revision>
  <cp:lastPrinted>2016-04-15T12:51:35Z</cp:lastPrinted>
  <dcterms:created xsi:type="dcterms:W3CDTF">1999-11-18T07:23:07Z</dcterms:created>
  <dcterms:modified xsi:type="dcterms:W3CDTF">2019-01-15T04:32:53Z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0x0101004A8C6683B3919148964D48182E2C8F05</vt:lpwstr>
  </property>
</Properties>
</file>