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4" autoAdjust="0"/>
    <p:restoredTop sz="94660"/>
  </p:normalViewPr>
  <p:slideViewPr>
    <p:cSldViewPr snapToGrid="0">
      <p:cViewPr varScale="1">
        <p:scale>
          <a:sx n="91" d="100"/>
          <a:sy n="91" d="100"/>
        </p:scale>
        <p:origin x="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48B71-A3A1-4910-8C87-65FC8D378A79}" type="datetimeFigureOut">
              <a:rPr lang="ko-KR" altLang="en-US" smtClean="0"/>
              <a:t>2020-01-14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D7CE7-D914-4270-81B7-AD99719A27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1190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D7CE7-D914-4270-81B7-AD99719A27D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132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2B5F3-30B4-465F-843A-96AE8ECF75E6}" type="datetimeFigureOut">
              <a:rPr lang="ko-KR" altLang="en-US" smtClean="0"/>
              <a:t>2020-01-14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9E18-417B-444E-821D-8D550E2812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217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2B5F3-30B4-465F-843A-96AE8ECF75E6}" type="datetimeFigureOut">
              <a:rPr lang="ko-KR" altLang="en-US" smtClean="0"/>
              <a:t>2020-01-14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9E18-417B-444E-821D-8D550E2812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300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2B5F3-30B4-465F-843A-96AE8ECF75E6}" type="datetimeFigureOut">
              <a:rPr lang="ko-KR" altLang="en-US" smtClean="0"/>
              <a:t>2020-01-14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9E18-417B-444E-821D-8D550E2812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26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2B5F3-30B4-465F-843A-96AE8ECF75E6}" type="datetimeFigureOut">
              <a:rPr lang="ko-KR" altLang="en-US" smtClean="0"/>
              <a:t>2020-01-14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9E18-417B-444E-821D-8D550E2812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529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2B5F3-30B4-465F-843A-96AE8ECF75E6}" type="datetimeFigureOut">
              <a:rPr lang="ko-KR" altLang="en-US" smtClean="0"/>
              <a:t>2020-01-14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9E18-417B-444E-821D-8D550E2812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691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2B5F3-30B4-465F-843A-96AE8ECF75E6}" type="datetimeFigureOut">
              <a:rPr lang="ko-KR" altLang="en-US" smtClean="0"/>
              <a:t>2020-01-14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9E18-417B-444E-821D-8D550E2812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498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2B5F3-30B4-465F-843A-96AE8ECF75E6}" type="datetimeFigureOut">
              <a:rPr lang="ko-KR" altLang="en-US" smtClean="0"/>
              <a:t>2020-01-14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9E18-417B-444E-821D-8D550E2812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5986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2B5F3-30B4-465F-843A-96AE8ECF75E6}" type="datetimeFigureOut">
              <a:rPr lang="ko-KR" altLang="en-US" smtClean="0"/>
              <a:t>2020-01-14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9E18-417B-444E-821D-8D550E2812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3193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2B5F3-30B4-465F-843A-96AE8ECF75E6}" type="datetimeFigureOut">
              <a:rPr lang="ko-KR" altLang="en-US" smtClean="0"/>
              <a:t>2020-01-14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9E18-417B-444E-821D-8D550E2812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894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2B5F3-30B4-465F-843A-96AE8ECF75E6}" type="datetimeFigureOut">
              <a:rPr lang="ko-KR" altLang="en-US" smtClean="0"/>
              <a:t>2020-01-14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9E18-417B-444E-821D-8D550E2812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030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2B5F3-30B4-465F-843A-96AE8ECF75E6}" type="datetimeFigureOut">
              <a:rPr lang="ko-KR" altLang="en-US" smtClean="0"/>
              <a:t>2020-01-14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49E18-417B-444E-821D-8D550E2812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799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12B5F3-30B4-465F-843A-96AE8ECF75E6}" type="datetimeFigureOut">
              <a:rPr lang="ko-KR" altLang="en-US" smtClean="0"/>
              <a:t>2020-01-14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49E18-417B-444E-821D-8D550E2812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993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luster.org/en/latest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4211638"/>
            <a:ext cx="9144000" cy="1655762"/>
          </a:xfrm>
        </p:spPr>
        <p:txBody>
          <a:bodyPr/>
          <a:lstStyle/>
          <a:p>
            <a:r>
              <a:rPr lang="en-US" altLang="ko-KR" dirty="0" smtClean="0"/>
              <a:t>2020.01.14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665" y="1460641"/>
            <a:ext cx="3286670" cy="250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1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GlusterFS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err="1"/>
              <a:t>Gluster</a:t>
            </a:r>
            <a:r>
              <a:rPr lang="en-US" altLang="ko-KR" sz="3200" dirty="0"/>
              <a:t> </a:t>
            </a:r>
            <a:r>
              <a:rPr lang="en-US" altLang="ko-KR" sz="3200" dirty="0" smtClean="0"/>
              <a:t>: </a:t>
            </a:r>
            <a:r>
              <a:rPr lang="en-US" altLang="ko-KR" sz="3200" dirty="0"/>
              <a:t>a scalable, distributed file system that aggregates disk storage resources from multiple servers into a single global namespace</a:t>
            </a:r>
            <a:r>
              <a:rPr lang="en-US" altLang="ko-KR" sz="3200" dirty="0" smtClean="0"/>
              <a:t>.</a:t>
            </a:r>
            <a:r>
              <a:rPr lang="ko-KR" altLang="en-US" sz="3200" dirty="0" smtClean="0"/>
              <a:t> </a:t>
            </a:r>
            <a:endParaRPr lang="en-US" altLang="ko-KR" sz="3200" dirty="0" smtClean="0"/>
          </a:p>
          <a:p>
            <a:pPr marL="0" indent="0">
              <a:buNone/>
            </a:pPr>
            <a:r>
              <a:rPr lang="en-US" altLang="ko-KR" sz="2000" dirty="0" smtClean="0"/>
              <a:t>(</a:t>
            </a:r>
            <a:r>
              <a:rPr lang="ko-KR" altLang="en-US" sz="2000" dirty="0" smtClean="0"/>
              <a:t>여러 개 서버의 디스크 저장 공간을 하나의 그룹으로 모으는 확장 가능한 </a:t>
            </a:r>
            <a:r>
              <a:rPr lang="ko-KR" altLang="en-US" sz="2000" dirty="0" err="1" smtClean="0"/>
              <a:t>분산파일</a:t>
            </a:r>
            <a:r>
              <a:rPr lang="ko-KR" altLang="en-US" sz="2000" dirty="0" smtClean="0"/>
              <a:t> 시스템</a:t>
            </a:r>
            <a:r>
              <a:rPr lang="en-US" altLang="ko-KR" sz="2000" dirty="0" smtClean="0"/>
              <a:t>)</a:t>
            </a:r>
            <a:endParaRPr lang="en-US" altLang="ko-KR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4624552"/>
            <a:ext cx="7083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/>
              <a:t>공식문서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: </a:t>
            </a:r>
            <a:r>
              <a:rPr lang="en-US" altLang="ko-KR" dirty="0">
                <a:hlinkClick r:id="rId2"/>
              </a:rPr>
              <a:t>https://docs.gluster.org/en/latest</a:t>
            </a:r>
            <a:r>
              <a:rPr lang="en-US" altLang="ko-KR" dirty="0" smtClean="0">
                <a:hlinkClick r:id="rId2"/>
              </a:rPr>
              <a:t>/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4938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 smtClean="0"/>
              <a:t>Distributed </a:t>
            </a:r>
            <a:r>
              <a:rPr lang="en-US" altLang="ko-KR" sz="1800" dirty="0" err="1" smtClean="0"/>
              <a:t>FileSytstem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분산파일시스템</a:t>
            </a:r>
            <a:r>
              <a:rPr lang="en-US" altLang="ko-KR" sz="1800" dirty="0" smtClean="0"/>
              <a:t>) : </a:t>
            </a:r>
            <a:r>
              <a:rPr lang="ko-KR" altLang="en-US" sz="1800" dirty="0" smtClean="0"/>
              <a:t>컴퓨터 네트워크를 통해 공유하는 여러 호스트 컴퓨터의 파일에 접근할 수 있게 하는 파일시스템</a:t>
            </a:r>
            <a:endParaRPr lang="en-US" altLang="ko-KR" sz="1800" dirty="0" smtClean="0"/>
          </a:p>
          <a:p>
            <a:pPr lvl="1"/>
            <a:r>
              <a:rPr lang="en-US" altLang="ko-KR" sz="1800" dirty="0" smtClean="0"/>
              <a:t>HDFS(Hadoop Distributed </a:t>
            </a:r>
            <a:r>
              <a:rPr lang="en-US" altLang="ko-KR" sz="1800" dirty="0" err="1" smtClean="0"/>
              <a:t>FileSystem</a:t>
            </a:r>
            <a:r>
              <a:rPr lang="en-US" altLang="ko-KR" sz="1800" dirty="0" smtClean="0"/>
              <a:t>) </a:t>
            </a:r>
          </a:p>
          <a:p>
            <a:pPr lvl="2"/>
            <a:r>
              <a:rPr lang="ko-KR" altLang="en-US" sz="1800" dirty="0" smtClean="0"/>
              <a:t>대규모 데이터 처리에 적합</a:t>
            </a:r>
            <a:endParaRPr lang="en-US" altLang="ko-KR" sz="1800" dirty="0" smtClean="0"/>
          </a:p>
          <a:p>
            <a:pPr lvl="2"/>
            <a:r>
              <a:rPr lang="ko-KR" altLang="en-US" sz="1800" dirty="0" smtClean="0"/>
              <a:t>빠른 속도로 동시에 여러 파일을 저장하고 검색 가능</a:t>
            </a:r>
            <a:endParaRPr lang="en-US" altLang="ko-KR" sz="1800" dirty="0" smtClean="0"/>
          </a:p>
          <a:p>
            <a:pPr lvl="2"/>
            <a:r>
              <a:rPr lang="ko-KR" altLang="en-US" sz="1800" dirty="0" err="1" smtClean="0"/>
              <a:t>불변파일</a:t>
            </a:r>
            <a:r>
              <a:rPr lang="en-US" altLang="ko-KR" sz="1800" dirty="0" smtClean="0"/>
              <a:t>(Immutable file)</a:t>
            </a:r>
            <a:r>
              <a:rPr lang="ko-KR" altLang="en-US" sz="1800" dirty="0" smtClean="0"/>
              <a:t>로만 저장되기 때문에 한번 쓰기가 되면 변경되지 않음</a:t>
            </a:r>
            <a:r>
              <a:rPr lang="en-US" altLang="ko-KR" sz="1800" dirty="0" smtClean="0"/>
              <a:t>.</a:t>
            </a:r>
          </a:p>
          <a:p>
            <a:pPr lvl="1"/>
            <a:r>
              <a:rPr lang="en-US" altLang="ko-KR" sz="1800" dirty="0" err="1" smtClean="0"/>
              <a:t>GlusterFS</a:t>
            </a:r>
            <a:endParaRPr lang="en-US" altLang="ko-KR" sz="1800" dirty="0" smtClean="0"/>
          </a:p>
          <a:p>
            <a:pPr lvl="2"/>
            <a:r>
              <a:rPr lang="en-US" altLang="ko-KR" sz="1800" dirty="0" smtClean="0"/>
              <a:t>File I/O</a:t>
            </a:r>
            <a:r>
              <a:rPr lang="ko-KR" altLang="en-US" sz="1800" dirty="0" smtClean="0"/>
              <a:t>가 발생하는 상황에 활용 가능</a:t>
            </a:r>
            <a:endParaRPr lang="en-US" altLang="ko-KR" sz="1800" dirty="0" smtClean="0"/>
          </a:p>
          <a:p>
            <a:pPr lvl="2"/>
            <a:r>
              <a:rPr lang="en-US" altLang="ko-KR" sz="1800" dirty="0" smtClean="0"/>
              <a:t>Metadata Server</a:t>
            </a:r>
            <a:r>
              <a:rPr lang="ko-KR" altLang="en-US" sz="1800" dirty="0" smtClean="0"/>
              <a:t>가 없음</a:t>
            </a:r>
            <a:r>
              <a:rPr lang="en-US" altLang="ko-KR" sz="1800" dirty="0" smtClean="0"/>
              <a:t>. ( hash </a:t>
            </a:r>
            <a:r>
              <a:rPr lang="ko-KR" altLang="en-US" sz="1800" dirty="0" smtClean="0"/>
              <a:t>알고리즘을 사용하여 분산 저장 및 검색함</a:t>
            </a:r>
            <a:r>
              <a:rPr lang="en-US" altLang="ko-KR" sz="1800" dirty="0" smtClean="0"/>
              <a:t>)</a:t>
            </a:r>
          </a:p>
          <a:p>
            <a:pPr lvl="2"/>
            <a:r>
              <a:rPr lang="en-US" altLang="ko-KR" sz="1800" dirty="0" smtClean="0"/>
              <a:t>Volume</a:t>
            </a:r>
            <a:r>
              <a:rPr lang="ko-KR" altLang="en-US" sz="1800" dirty="0" smtClean="0"/>
              <a:t>을 </a:t>
            </a:r>
            <a:r>
              <a:rPr lang="ko-KR" altLang="en-US" sz="1800" dirty="0" err="1" smtClean="0"/>
              <a:t>마운트하면</a:t>
            </a:r>
            <a:r>
              <a:rPr lang="ko-KR" altLang="en-US" sz="1800" dirty="0" smtClean="0"/>
              <a:t> 볼륨에 속한 </a:t>
            </a:r>
            <a:r>
              <a:rPr lang="en-US" altLang="ko-KR" sz="1800" dirty="0" err="1" smtClean="0"/>
              <a:t>Glusterfs</a:t>
            </a:r>
            <a:r>
              <a:rPr lang="en-US" altLang="ko-KR" sz="1800" dirty="0" smtClean="0"/>
              <a:t> </a:t>
            </a:r>
            <a:r>
              <a:rPr lang="ko-KR" altLang="en-US" sz="1800" dirty="0" smtClean="0"/>
              <a:t>서버의 </a:t>
            </a:r>
            <a:r>
              <a:rPr lang="en-US" altLang="ko-KR" sz="1800" dirty="0" smtClean="0"/>
              <a:t>brick(</a:t>
            </a:r>
            <a:r>
              <a:rPr lang="ko-KR" altLang="en-US" sz="1800" dirty="0" smtClean="0"/>
              <a:t>폴더</a:t>
            </a:r>
            <a:r>
              <a:rPr lang="en-US" altLang="ko-KR" sz="1800" dirty="0" smtClean="0"/>
              <a:t>)</a:t>
            </a:r>
            <a:r>
              <a:rPr lang="ko-KR" altLang="en-US" sz="1800" dirty="0" smtClean="0"/>
              <a:t>으로 지정된 폴더에서 읽어와 한 폴더 내에 일종의 가상으로 파일들을 보여줌</a:t>
            </a:r>
            <a:endParaRPr lang="en-US" altLang="ko-KR" sz="1800" dirty="0" smtClean="0"/>
          </a:p>
          <a:p>
            <a:pPr lvl="2"/>
            <a:r>
              <a:rPr lang="en-US" altLang="ko-KR" sz="1800" dirty="0" err="1" smtClean="0"/>
              <a:t>GlusterFS</a:t>
            </a:r>
            <a:r>
              <a:rPr lang="en-US" altLang="ko-KR" sz="1800" dirty="0" smtClean="0"/>
              <a:t> </a:t>
            </a:r>
            <a:r>
              <a:rPr lang="ko-KR" altLang="en-US" sz="1800" dirty="0" smtClean="0"/>
              <a:t>서버들은 모두 동일한 </a:t>
            </a:r>
            <a:r>
              <a:rPr lang="en-US" altLang="ko-KR" sz="1800" dirty="0" smtClean="0"/>
              <a:t>Metadata</a:t>
            </a:r>
            <a:r>
              <a:rPr lang="ko-KR" altLang="en-US" sz="1800" dirty="0" smtClean="0"/>
              <a:t>를 가지고 있음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개별 파일에 대한 정보는 없음</a:t>
            </a:r>
            <a:r>
              <a:rPr lang="en-US" altLang="ko-KR" sz="1800" dirty="0" smtClean="0"/>
              <a:t>)</a:t>
            </a:r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GlusterFS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2031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Volume</a:t>
            </a:r>
          </a:p>
          <a:p>
            <a:pPr lvl="1"/>
            <a:r>
              <a:rPr lang="en-US" altLang="ko-KR" sz="1800" dirty="0" smtClean="0"/>
              <a:t>the collection of bricks(brick = folder in the server)</a:t>
            </a:r>
          </a:p>
          <a:p>
            <a:pPr lvl="1"/>
            <a:r>
              <a:rPr lang="en-US" altLang="ko-KR" sz="1800" dirty="0" smtClean="0"/>
              <a:t>most of the </a:t>
            </a:r>
            <a:r>
              <a:rPr lang="en-US" altLang="ko-KR" sz="1800" dirty="0" err="1" smtClean="0"/>
              <a:t>gluster</a:t>
            </a:r>
            <a:r>
              <a:rPr lang="en-US" altLang="ko-KR" sz="1800" dirty="0" smtClean="0"/>
              <a:t> file system operations happen on the volume</a:t>
            </a:r>
          </a:p>
          <a:p>
            <a:pPr lvl="1"/>
            <a:r>
              <a:rPr lang="en-US" altLang="ko-KR" sz="1800" dirty="0" err="1" smtClean="0"/>
              <a:t>GlusterFS</a:t>
            </a:r>
            <a:r>
              <a:rPr lang="en-US" altLang="ko-KR" sz="1800" dirty="0" smtClean="0"/>
              <a:t> supports different types of volumes based on the requirements</a:t>
            </a:r>
          </a:p>
          <a:p>
            <a:r>
              <a:rPr lang="en-US" altLang="ko-KR" sz="2400" dirty="0" smtClean="0"/>
              <a:t>Types of Volume</a:t>
            </a:r>
          </a:p>
          <a:p>
            <a:pPr lvl="1"/>
            <a:r>
              <a:rPr lang="en-US" altLang="ko-KR" sz="1800" dirty="0" smtClean="0"/>
              <a:t>Distributed Volume</a:t>
            </a:r>
          </a:p>
          <a:p>
            <a:pPr lvl="1"/>
            <a:r>
              <a:rPr lang="en-US" altLang="ko-KR" sz="1800" dirty="0" smtClean="0"/>
              <a:t>Replicated</a:t>
            </a:r>
          </a:p>
          <a:p>
            <a:pPr lvl="1"/>
            <a:r>
              <a:rPr lang="en-US" altLang="ko-KR" sz="1800" dirty="0" smtClean="0"/>
              <a:t>Striped</a:t>
            </a:r>
          </a:p>
          <a:p>
            <a:pPr lvl="1"/>
            <a:r>
              <a:rPr lang="en-US" altLang="ko-KR" sz="1800" dirty="0" smtClean="0"/>
              <a:t>Distributed Striped</a:t>
            </a:r>
          </a:p>
          <a:p>
            <a:pPr lvl="1"/>
            <a:r>
              <a:rPr lang="en-US" altLang="ko-KR" sz="1800" dirty="0" smtClean="0"/>
              <a:t>Distributed Replicated</a:t>
            </a:r>
          </a:p>
          <a:p>
            <a:pPr lvl="1"/>
            <a:r>
              <a:rPr lang="en-US" altLang="ko-KR" sz="1800" dirty="0" smtClean="0"/>
              <a:t>Distributed Striped </a:t>
            </a:r>
            <a:r>
              <a:rPr lang="en-US" altLang="ko-KR" sz="1800" dirty="0" err="1" smtClean="0"/>
              <a:t>Replcated</a:t>
            </a:r>
            <a:endParaRPr lang="en-US" altLang="ko-KR" sz="1800" dirty="0" smtClean="0"/>
          </a:p>
          <a:p>
            <a:pPr lvl="1"/>
            <a:r>
              <a:rPr lang="en-US" altLang="ko-KR" sz="1800" dirty="0" smtClean="0"/>
              <a:t>Striped Replicated</a:t>
            </a:r>
          </a:p>
          <a:p>
            <a:pPr marL="457200" lvl="1" indent="0">
              <a:buNone/>
            </a:pPr>
            <a:endParaRPr lang="en-US" altLang="ko-KR" sz="1000" dirty="0" smtClean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GlusterFS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5675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Types of Volume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Distributed Volume</a:t>
            </a:r>
          </a:p>
          <a:p>
            <a:pPr lvl="1"/>
            <a:r>
              <a:rPr lang="en-US" altLang="ko-KR" dirty="0" smtClean="0"/>
              <a:t>default </a:t>
            </a:r>
            <a:r>
              <a:rPr lang="en-US" altLang="ko-KR" dirty="0" err="1" smtClean="0"/>
              <a:t>glusterfs</a:t>
            </a:r>
            <a:r>
              <a:rPr lang="en-US" altLang="ko-KR" dirty="0" smtClean="0"/>
              <a:t> volume</a:t>
            </a:r>
          </a:p>
          <a:p>
            <a:pPr lvl="1"/>
            <a:r>
              <a:rPr lang="ko-KR" altLang="en-US" dirty="0" err="1" smtClean="0"/>
              <a:t>분산파일</a:t>
            </a:r>
            <a:r>
              <a:rPr lang="ko-KR" altLang="en-US" dirty="0" smtClean="0"/>
              <a:t> 시스템을 사용하기 위한 기본 구조</a:t>
            </a:r>
            <a:endParaRPr lang="en-US" altLang="ko-KR" dirty="0" smtClean="0"/>
          </a:p>
          <a:p>
            <a:pPr marL="457200" lvl="1" indent="0">
              <a:buNone/>
            </a:pPr>
            <a:r>
              <a:rPr lang="en-US" altLang="ko-KR" dirty="0" smtClean="0"/>
              <a:t>  (there is no data redundancy)</a:t>
            </a:r>
          </a:p>
          <a:p>
            <a:pPr lvl="1"/>
            <a:r>
              <a:rPr lang="ko-KR" altLang="en-US" dirty="0" smtClean="0"/>
              <a:t>디스크나 노드 </a:t>
            </a:r>
            <a:r>
              <a:rPr lang="ko-KR" altLang="en-US" dirty="0" err="1" smtClean="0"/>
              <a:t>장애시</a:t>
            </a:r>
            <a:r>
              <a:rPr lang="en-US" altLang="ko-KR" dirty="0" smtClean="0"/>
              <a:t>,</a:t>
            </a:r>
          </a:p>
          <a:p>
            <a:pPr marL="457200" lvl="1" indent="0">
              <a:buNone/>
            </a:pPr>
            <a:r>
              <a:rPr lang="ko-KR" altLang="en-US" dirty="0" smtClean="0"/>
              <a:t>  데이터의 안정성 보장</a:t>
            </a:r>
            <a:r>
              <a:rPr lang="en-US" altLang="ko-KR" dirty="0"/>
              <a:t> </a:t>
            </a:r>
            <a:r>
              <a:rPr lang="en-US" altLang="ko-KR" dirty="0" smtClean="0"/>
              <a:t>X</a:t>
            </a:r>
          </a:p>
          <a:p>
            <a:pPr marL="457200" lvl="1" indent="0">
              <a:buNone/>
            </a:pP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120" y="3158779"/>
            <a:ext cx="6124575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717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Types of Volume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Replicated Volume</a:t>
            </a:r>
          </a:p>
          <a:p>
            <a:pPr lvl="1"/>
            <a:r>
              <a:rPr lang="en-US" altLang="ko-KR" dirty="0" smtClean="0"/>
              <a:t>distributed volume</a:t>
            </a:r>
            <a:r>
              <a:rPr lang="ko-KR" altLang="en-US" dirty="0" smtClean="0"/>
              <a:t>에 있는 데이터 손실 문제를 방지 가능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exact copies of the data are maintained on all bricks</a:t>
            </a:r>
          </a:p>
          <a:p>
            <a:pPr lvl="1"/>
            <a:r>
              <a:rPr lang="ko-KR" altLang="en-US" dirty="0" smtClean="0"/>
              <a:t>최소 </a:t>
            </a:r>
            <a:r>
              <a:rPr lang="en-US" altLang="ko-KR" dirty="0" smtClean="0"/>
              <a:t>2</a:t>
            </a:r>
            <a:r>
              <a:rPr lang="ko-KR" altLang="en-US" dirty="0" smtClean="0"/>
              <a:t>개의 </a:t>
            </a:r>
            <a:r>
              <a:rPr lang="en-US" altLang="ko-KR" dirty="0" smtClean="0"/>
              <a:t>brick</a:t>
            </a:r>
            <a:r>
              <a:rPr lang="ko-KR" altLang="en-US" dirty="0" smtClean="0"/>
              <a:t>이 필요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운영하는 </a:t>
            </a:r>
            <a:r>
              <a:rPr lang="ko-KR" altLang="en-US" b="1" dirty="0" smtClean="0"/>
              <a:t>데이터의 안정성</a:t>
            </a:r>
            <a:r>
              <a:rPr lang="ko-KR" altLang="en-US" dirty="0" smtClean="0"/>
              <a:t>이</a:t>
            </a:r>
            <a:endParaRPr lang="en-US" altLang="ko-KR" dirty="0" smtClean="0"/>
          </a:p>
          <a:p>
            <a:pPr marL="457200" lvl="1" indent="0">
              <a:buNone/>
            </a:pPr>
            <a:r>
              <a:rPr lang="ko-KR" altLang="en-US" dirty="0" smtClean="0"/>
              <a:t>보장되어야 할 때 사용하는 복제</a:t>
            </a:r>
            <a:endParaRPr lang="en-US" altLang="ko-KR" dirty="0" smtClean="0"/>
          </a:p>
          <a:p>
            <a:pPr marL="457200" lvl="1" indent="0">
              <a:buNone/>
            </a:pPr>
            <a:r>
              <a:rPr lang="ko-KR" altLang="en-US" dirty="0" smtClean="0"/>
              <a:t>방식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하나의 </a:t>
            </a:r>
            <a:r>
              <a:rPr lang="en-US" altLang="ko-KR" dirty="0" smtClean="0"/>
              <a:t>brick</a:t>
            </a:r>
            <a:r>
              <a:rPr lang="ko-KR" altLang="en-US" dirty="0" smtClean="0"/>
              <a:t>이 데이터 접근에</a:t>
            </a:r>
            <a:endParaRPr lang="en-US" altLang="ko-KR" dirty="0" smtClean="0"/>
          </a:p>
          <a:p>
            <a:pPr marL="457200" lvl="1" indent="0">
              <a:buNone/>
            </a:pPr>
            <a:r>
              <a:rPr lang="ko-KR" altLang="en-US" dirty="0" smtClean="0"/>
              <a:t>실패해도 다른 복제된 </a:t>
            </a:r>
            <a:r>
              <a:rPr lang="en-US" altLang="ko-KR" dirty="0" smtClean="0"/>
              <a:t>brick</a:t>
            </a:r>
            <a:r>
              <a:rPr lang="ko-KR" altLang="en-US" dirty="0" smtClean="0"/>
              <a:t>의 </a:t>
            </a:r>
            <a:endParaRPr lang="en-US" altLang="ko-KR" dirty="0" smtClean="0"/>
          </a:p>
          <a:p>
            <a:pPr marL="457200" lvl="1" indent="0">
              <a:buNone/>
            </a:pPr>
            <a:r>
              <a:rPr lang="ko-KR" altLang="en-US" dirty="0" smtClean="0"/>
              <a:t>데이터에 접근 가능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166" y="3226463"/>
            <a:ext cx="6029325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899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Types of Volume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Striped </a:t>
            </a:r>
            <a:r>
              <a:rPr lang="en-US" altLang="ko-KR" dirty="0" err="1" smtClean="0"/>
              <a:t>GlusterFS</a:t>
            </a:r>
            <a:r>
              <a:rPr lang="en-US" altLang="ko-KR" dirty="0" smtClean="0"/>
              <a:t> Volume</a:t>
            </a:r>
          </a:p>
          <a:p>
            <a:pPr lvl="1"/>
            <a:r>
              <a:rPr lang="ko-KR" altLang="en-US" dirty="0" smtClean="0"/>
              <a:t>파일 사이즈가 크고 동시 접속이 많은 경우에 사용됨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한 </a:t>
            </a:r>
            <a:r>
              <a:rPr lang="en-US" altLang="ko-KR" dirty="0" smtClean="0"/>
              <a:t>brick</a:t>
            </a:r>
            <a:r>
              <a:rPr lang="ko-KR" altLang="en-US" dirty="0" smtClean="0"/>
              <a:t>에 파일이 있는 경우에는 로드가 많이 걸리고 퍼포먼스가 낮아짐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하나의 파일을 여러 개의 </a:t>
            </a:r>
            <a:r>
              <a:rPr lang="en-US" altLang="ko-KR" dirty="0" smtClean="0"/>
              <a:t>brick</a:t>
            </a:r>
          </a:p>
          <a:p>
            <a:pPr marL="457200" lvl="1" indent="0">
              <a:buNone/>
            </a:pPr>
            <a:r>
              <a:rPr lang="ko-KR" altLang="en-US" dirty="0" smtClean="0"/>
              <a:t>에 분산하여 데이터를 저장함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데이터의 안정성을 보장 </a:t>
            </a:r>
            <a:r>
              <a:rPr lang="en-US" altLang="ko-KR" dirty="0" smtClean="0"/>
              <a:t>X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379" y="3355917"/>
            <a:ext cx="6105525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458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Types of Volume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Distributed Replicated </a:t>
            </a:r>
            <a:r>
              <a:rPr lang="en-US" altLang="ko-KR" dirty="0" err="1" smtClean="0"/>
              <a:t>GlusterFS</a:t>
            </a:r>
            <a:r>
              <a:rPr lang="en-US" altLang="ko-KR" dirty="0" smtClean="0"/>
              <a:t> volume</a:t>
            </a:r>
          </a:p>
          <a:p>
            <a:pPr lvl="1"/>
            <a:r>
              <a:rPr lang="ko-KR" altLang="en-US" dirty="0" err="1" smtClean="0"/>
              <a:t>분산파일</a:t>
            </a:r>
            <a:r>
              <a:rPr lang="ko-KR" altLang="en-US" dirty="0" smtClean="0"/>
              <a:t> 시스템을 사용하면서 데이터 안정성을 위한 복제 방식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일반적으로 많이 사용하는 구성 방식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데이터의 안정성을 위해 복제에</a:t>
            </a:r>
            <a:endParaRPr lang="en-US" altLang="ko-KR" dirty="0" smtClean="0"/>
          </a:p>
          <a:p>
            <a:pPr marL="457200" lvl="1" indent="0">
              <a:buNone/>
            </a:pPr>
            <a:r>
              <a:rPr lang="ko-KR" altLang="en-US" dirty="0" smtClean="0"/>
              <a:t>사용된 </a:t>
            </a:r>
            <a:r>
              <a:rPr lang="en-US" altLang="ko-KR" dirty="0" smtClean="0"/>
              <a:t>brick</a:t>
            </a:r>
            <a:r>
              <a:rPr lang="ko-KR" altLang="en-US" dirty="0" smtClean="0"/>
              <a:t>은 각각 다른 서버에</a:t>
            </a:r>
            <a:endParaRPr lang="en-US" altLang="ko-KR" dirty="0" smtClean="0"/>
          </a:p>
          <a:p>
            <a:pPr marL="457200" lvl="1" indent="0">
              <a:buNone/>
            </a:pPr>
            <a:r>
              <a:rPr lang="ko-KR" altLang="en-US" dirty="0" err="1" smtClean="0"/>
              <a:t>위치해야함</a:t>
            </a:r>
            <a:endParaRPr lang="en-US" altLang="ko-KR" dirty="0" smtClean="0"/>
          </a:p>
          <a:p>
            <a:pPr marL="457200" lvl="1" indent="0">
              <a:buNone/>
            </a:pPr>
            <a:endParaRPr lang="en-US" altLang="ko-KR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498" y="3273440"/>
            <a:ext cx="5125403" cy="303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1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GlusterFS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 smtClean="0"/>
              <a:t>서버 준비</a:t>
            </a:r>
            <a:r>
              <a:rPr lang="en-US" altLang="ko-KR" dirty="0" smtClean="0"/>
              <a:t>(</a:t>
            </a:r>
            <a:r>
              <a:rPr lang="ko-KR" altLang="en-US" dirty="0" smtClean="0"/>
              <a:t>최소 </a:t>
            </a:r>
            <a:r>
              <a:rPr lang="en-US" altLang="ko-KR" dirty="0" smtClean="0"/>
              <a:t>2</a:t>
            </a:r>
            <a:r>
              <a:rPr lang="ko-KR" altLang="en-US" dirty="0" smtClean="0"/>
              <a:t>대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 smtClean="0"/>
              <a:t>각 서버에 파일시스템 만들고 마운트 하기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859" y="2785197"/>
            <a:ext cx="6410325" cy="103822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352" y="4001294"/>
            <a:ext cx="6943725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199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GlusterFS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 startAt="3"/>
            </a:pPr>
            <a:r>
              <a:rPr lang="en-US" altLang="ko-KR" dirty="0" err="1" smtClean="0"/>
              <a:t>GlusterFS</a:t>
            </a:r>
            <a:r>
              <a:rPr lang="en-US" altLang="ko-KR" dirty="0" smtClean="0"/>
              <a:t> </a:t>
            </a:r>
            <a:r>
              <a:rPr lang="ko-KR" altLang="en-US" dirty="0" smtClean="0"/>
              <a:t>설치하기</a:t>
            </a:r>
            <a:endParaRPr lang="en-US" altLang="ko-KR" dirty="0" smtClean="0"/>
          </a:p>
          <a:p>
            <a:pPr marL="457200" lvl="1" indent="0">
              <a:buNone/>
            </a:pPr>
            <a:endParaRPr lang="en-US" altLang="ko-KR" dirty="0" smtClean="0"/>
          </a:p>
          <a:p>
            <a:pPr marL="457200" lvl="1" indent="0">
              <a:buNone/>
            </a:pPr>
            <a:endParaRPr lang="en-US" altLang="ko-KR" dirty="0" smtClean="0"/>
          </a:p>
          <a:p>
            <a:pPr marL="514350" indent="-514350">
              <a:buAutoNum type="arabicPeriod" startAt="4"/>
            </a:pPr>
            <a:r>
              <a:rPr lang="en-US" altLang="ko-KR" dirty="0" err="1" smtClean="0"/>
              <a:t>GlusterFS</a:t>
            </a:r>
            <a:r>
              <a:rPr lang="en-US" altLang="ko-KR" dirty="0" smtClean="0"/>
              <a:t> </a:t>
            </a:r>
            <a:r>
              <a:rPr lang="ko-KR" altLang="en-US" dirty="0" smtClean="0"/>
              <a:t>실행시키기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921" y="2433956"/>
            <a:ext cx="3305175" cy="4953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756" y="3221092"/>
            <a:ext cx="689610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923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GlusterFS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 startAt="5"/>
            </a:pPr>
            <a:r>
              <a:rPr lang="en-US" altLang="ko-KR" dirty="0" smtClean="0"/>
              <a:t>Firewall </a:t>
            </a:r>
            <a:r>
              <a:rPr lang="ko-KR" altLang="en-US" dirty="0" smtClean="0"/>
              <a:t>설정하기</a:t>
            </a:r>
            <a:endParaRPr lang="en-US" altLang="ko-KR" dirty="0" smtClean="0"/>
          </a:p>
          <a:p>
            <a:pPr marL="514350" indent="-514350">
              <a:buAutoNum type="arabicPeriod" startAt="5"/>
            </a:pPr>
            <a:endParaRPr lang="en-US" altLang="ko-KR" dirty="0"/>
          </a:p>
          <a:p>
            <a:pPr marL="514350" indent="-514350">
              <a:buAutoNum type="arabicPeriod" startAt="5"/>
            </a:pPr>
            <a:endParaRPr lang="en-US" altLang="ko-KR" dirty="0" smtClean="0"/>
          </a:p>
          <a:p>
            <a:pPr marL="514350" indent="-514350">
              <a:buAutoNum type="arabicPeriod" startAt="5"/>
            </a:pPr>
            <a:r>
              <a:rPr lang="en-US" altLang="ko-KR" dirty="0" smtClean="0"/>
              <a:t>peer </a:t>
            </a:r>
            <a:r>
              <a:rPr lang="ko-KR" altLang="en-US" dirty="0" smtClean="0"/>
              <a:t>설정하기</a:t>
            </a:r>
            <a:endParaRPr lang="en-US" altLang="ko-KR" dirty="0" smtClean="0"/>
          </a:p>
          <a:p>
            <a:pPr marL="514350" indent="-514350">
              <a:buAutoNum type="arabicPeriod" startAt="5"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637" y="2443655"/>
            <a:ext cx="5343525" cy="4572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99" y="4175981"/>
            <a:ext cx="6505575" cy="140017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9366" y="4959350"/>
            <a:ext cx="5048250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52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GlusterFS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 startAt="7"/>
            </a:pPr>
            <a:r>
              <a:rPr lang="en-US" altLang="ko-KR" dirty="0" err="1" smtClean="0"/>
              <a:t>GlusterFS</a:t>
            </a:r>
            <a:r>
              <a:rPr lang="en-US" altLang="ko-KR" dirty="0" smtClean="0"/>
              <a:t> volume </a:t>
            </a:r>
            <a:r>
              <a:rPr lang="ko-KR" altLang="en-US" dirty="0" smtClean="0"/>
              <a:t>만들기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- </a:t>
            </a:r>
            <a:r>
              <a:rPr lang="ko-KR" altLang="en-US" dirty="0" smtClean="0"/>
              <a:t>모든 서버에 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- </a:t>
            </a:r>
            <a:r>
              <a:rPr lang="ko-KR" altLang="en-US" dirty="0" smtClean="0"/>
              <a:t>아무 서버나 한 대에 </a:t>
            </a:r>
            <a:r>
              <a:rPr lang="en-US" altLang="ko-KR" dirty="0" err="1" smtClean="0"/>
              <a:t>volum</a:t>
            </a:r>
            <a:r>
              <a:rPr lang="ko-KR" altLang="en-US" dirty="0" smtClean="0"/>
              <a:t>만들기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935" y="2942240"/>
            <a:ext cx="2867025" cy="3429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480" y="3973814"/>
            <a:ext cx="6934200" cy="151447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3480" y="5843588"/>
            <a:ext cx="4191000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921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GlusterFS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gluster</a:t>
            </a:r>
            <a:r>
              <a:rPr lang="en-US" altLang="ko-KR" dirty="0" smtClean="0"/>
              <a:t> volume </a:t>
            </a:r>
            <a:r>
              <a:rPr lang="ko-KR" altLang="en-US" dirty="0" smtClean="0"/>
              <a:t>확인하기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2429367"/>
            <a:ext cx="4943475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0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GlusterFS</a:t>
            </a:r>
            <a:r>
              <a:rPr lang="en-US" altLang="ko-KR" dirty="0" smtClean="0"/>
              <a:t>	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테스트하기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#</a:t>
            </a:r>
            <a:r>
              <a:rPr lang="ko-KR" altLang="en-US" dirty="0" smtClean="0"/>
              <a:t>클라이언트 서버에서 마운트 하기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	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386" y="2858294"/>
            <a:ext cx="79248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402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6047" y="294290"/>
            <a:ext cx="10515600" cy="5882673"/>
          </a:xfrm>
        </p:spPr>
        <p:txBody>
          <a:bodyPr/>
          <a:lstStyle/>
          <a:p>
            <a:r>
              <a:rPr lang="ko-KR" altLang="en-US" sz="2000" dirty="0" smtClean="0"/>
              <a:t>테스트하기</a:t>
            </a:r>
            <a:endParaRPr lang="en-US" altLang="ko-KR" sz="2000" dirty="0" smtClean="0"/>
          </a:p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en-US" altLang="ko-KR" sz="2000" dirty="0" smtClean="0"/>
              <a:t> # </a:t>
            </a:r>
            <a:r>
              <a:rPr lang="ko-KR" altLang="en-US" sz="2000" dirty="0" smtClean="0"/>
              <a:t>마운트 된 폴더 </a:t>
            </a:r>
            <a:r>
              <a:rPr lang="en-US" altLang="ko-KR" sz="2000" dirty="0" err="1" smtClean="0"/>
              <a:t>mnt</a:t>
            </a:r>
            <a:r>
              <a:rPr lang="ko-KR" altLang="en-US" sz="2000" dirty="0" smtClean="0"/>
              <a:t>에 테스트 파일 만들기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dirty="0" smtClean="0"/>
              <a:t>	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44" y="1115759"/>
            <a:ext cx="7848600" cy="73342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961" y="2256574"/>
            <a:ext cx="5266011" cy="232773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574" y="4980583"/>
            <a:ext cx="6153150" cy="40005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8383" y="2287780"/>
            <a:ext cx="4361465" cy="229652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9900" y="4895658"/>
            <a:ext cx="5372100" cy="333375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6587358" y="1996966"/>
            <a:ext cx="45719" cy="46981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581405" y="5807631"/>
            <a:ext cx="1535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server1 </a:t>
            </a:r>
            <a:r>
              <a:rPr lang="ko-KR" altLang="en-US" b="1" dirty="0" smtClean="0"/>
              <a:t>서버</a:t>
            </a:r>
            <a:endParaRPr lang="ko-KR" alt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1087821" y="5899929"/>
            <a:ext cx="2724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smtClean="0"/>
              <a:t>dev.eunjeong.com </a:t>
            </a:r>
            <a:r>
              <a:rPr lang="ko-KR" altLang="en-US" b="1" dirty="0" smtClean="0"/>
              <a:t>서버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660400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424</Words>
  <Application>Microsoft Office PowerPoint</Application>
  <PresentationFormat>와이드스크린</PresentationFormat>
  <Paragraphs>99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 </vt:lpstr>
      <vt:lpstr>GlusterFS</vt:lpstr>
      <vt:lpstr>GlusterFS</vt:lpstr>
      <vt:lpstr>GlusterFS</vt:lpstr>
      <vt:lpstr>Types of Volume</vt:lpstr>
      <vt:lpstr>Types of Volume</vt:lpstr>
      <vt:lpstr>Types of Volume</vt:lpstr>
      <vt:lpstr>Types of Volume</vt:lpstr>
      <vt:lpstr>GlusterFS</vt:lpstr>
      <vt:lpstr>GlusterFS</vt:lpstr>
      <vt:lpstr>GlusterFS</vt:lpstr>
      <vt:lpstr>GlusterFS</vt:lpstr>
      <vt:lpstr>GlusterFS</vt:lpstr>
      <vt:lpstr>GlusterFS 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Windows 사용자</dc:creator>
  <cp:lastModifiedBy>Windows 사용자</cp:lastModifiedBy>
  <cp:revision>20</cp:revision>
  <dcterms:created xsi:type="dcterms:W3CDTF">2020-01-13T01:49:04Z</dcterms:created>
  <dcterms:modified xsi:type="dcterms:W3CDTF">2020-01-14T05:59:39Z</dcterms:modified>
</cp:coreProperties>
</file>